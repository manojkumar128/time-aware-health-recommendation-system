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71" r:id="rId14"/>
    <p:sldId id="272" r:id="rId15"/>
    <p:sldId id="273" r:id="rId16"/>
    <p:sldId id="269" r:id="rId17"/>
    <p:sldId id="270"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166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tableStyles" Target="tableStyles.xml" /></Relationships>
</file>

<file path=ppt/diagrams/_rels/data1.xml.rels><?xml version="1.0" encoding="UTF-8" standalone="yes"?>
<Relationships xmlns="http://schemas.openxmlformats.org/package/2006/relationships"><Relationship Id="rId3" Type="http://schemas.openxmlformats.org/officeDocument/2006/relationships/image" Target="../media/image4.svg" /><Relationship Id="rId2" Type="http://schemas.openxmlformats.org/officeDocument/2006/relationships/image" Target="../media/image3.svg" /><Relationship Id="rId1" Type="http://schemas.openxmlformats.org/officeDocument/2006/relationships/image" Target="../media/image2.svg" /><Relationship Id="rId4" Type="http://schemas.openxmlformats.org/officeDocument/2006/relationships/image" Target="../media/image5.svg" /></Relationships>
</file>

<file path=ppt/diagrams/_rels/data2.xml.rels><?xml version="1.0" encoding="UTF-8" standalone="yes"?>
<Relationships xmlns="http://schemas.openxmlformats.org/package/2006/relationships"><Relationship Id="rId3" Type="http://schemas.openxmlformats.org/officeDocument/2006/relationships/image" Target="../media/image7.svg" /><Relationship Id="rId2" Type="http://schemas.openxmlformats.org/officeDocument/2006/relationships/image" Target="../media/image6.svg" /><Relationship Id="rId1" Type="http://schemas.openxmlformats.org/officeDocument/2006/relationships/image" Target="../media/image2.svg" /><Relationship Id="rId4" Type="http://schemas.openxmlformats.org/officeDocument/2006/relationships/image" Target="../media/image8.svg" /></Relationships>
</file>

<file path=ppt/diagrams/_rels/data3.xml.rels><?xml version="1.0" encoding="UTF-8" standalone="yes"?>
<Relationships xmlns="http://schemas.openxmlformats.org/package/2006/relationships"><Relationship Id="rId3" Type="http://schemas.openxmlformats.org/officeDocument/2006/relationships/image" Target="../media/image11.svg" /><Relationship Id="rId2" Type="http://schemas.openxmlformats.org/officeDocument/2006/relationships/image" Target="../media/image10.svg" /><Relationship Id="rId1" Type="http://schemas.openxmlformats.org/officeDocument/2006/relationships/image" Target="../media/image9.svg" /><Relationship Id="rId4" Type="http://schemas.openxmlformats.org/officeDocument/2006/relationships/image" Target="../media/image12.svg" /></Relationships>
</file>

<file path=ppt/diagrams/_rels/data4.xml.rels><?xml version="1.0" encoding="UTF-8" standalone="yes"?>
<Relationships xmlns="http://schemas.openxmlformats.org/package/2006/relationships"><Relationship Id="rId3" Type="http://schemas.openxmlformats.org/officeDocument/2006/relationships/image" Target="../media/image15.svg" /><Relationship Id="rId2" Type="http://schemas.openxmlformats.org/officeDocument/2006/relationships/image" Target="../media/image14.svg" /><Relationship Id="rId1" Type="http://schemas.openxmlformats.org/officeDocument/2006/relationships/image" Target="../media/image13.svg" /><Relationship Id="rId4" Type="http://schemas.openxmlformats.org/officeDocument/2006/relationships/image" Target="../media/image16.svg" /></Relationships>
</file>

<file path=ppt/diagrams/_rels/data5.xml.rels><?xml version="1.0" encoding="UTF-8" standalone="yes"?>
<Relationships xmlns="http://schemas.openxmlformats.org/package/2006/relationships"><Relationship Id="rId3" Type="http://schemas.openxmlformats.org/officeDocument/2006/relationships/image" Target="../media/image18.svg" /><Relationship Id="rId2" Type="http://schemas.openxmlformats.org/officeDocument/2006/relationships/image" Target="../media/image8.svg" /><Relationship Id="rId1" Type="http://schemas.openxmlformats.org/officeDocument/2006/relationships/image" Target="../media/image17.svg" /><Relationship Id="rId4" Type="http://schemas.openxmlformats.org/officeDocument/2006/relationships/image" Target="../media/image19.svg" /></Relationships>
</file>

<file path=ppt/diagrams/_rels/data6.xml.rels><?xml version="1.0" encoding="UTF-8" standalone="yes"?>
<Relationships xmlns="http://schemas.openxmlformats.org/package/2006/relationships"><Relationship Id="rId3" Type="http://schemas.openxmlformats.org/officeDocument/2006/relationships/image" Target="../media/image21.svg" /><Relationship Id="rId2" Type="http://schemas.openxmlformats.org/officeDocument/2006/relationships/image" Target="../media/image20.svg" /><Relationship Id="rId1" Type="http://schemas.openxmlformats.org/officeDocument/2006/relationships/image" Target="../media/image2.svg" /><Relationship Id="rId4" Type="http://schemas.openxmlformats.org/officeDocument/2006/relationships/image" Target="../media/image22.svg" /></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 /><Relationship Id="rId2" Type="http://schemas.openxmlformats.org/officeDocument/2006/relationships/image" Target="../media/image3.svg" /><Relationship Id="rId1" Type="http://schemas.openxmlformats.org/officeDocument/2006/relationships/image" Target="../media/image2.svg" /><Relationship Id="rId4" Type="http://schemas.openxmlformats.org/officeDocument/2006/relationships/image" Target="../media/image5.svg" /></Relationships>
</file>

<file path=ppt/diagrams/_rels/drawing2.xml.rels><?xml version="1.0" encoding="UTF-8" standalone="yes"?>
<Relationships xmlns="http://schemas.openxmlformats.org/package/2006/relationships"><Relationship Id="rId3" Type="http://schemas.openxmlformats.org/officeDocument/2006/relationships/image" Target="../media/image7.svg" /><Relationship Id="rId2" Type="http://schemas.openxmlformats.org/officeDocument/2006/relationships/image" Target="../media/image6.svg" /><Relationship Id="rId1" Type="http://schemas.openxmlformats.org/officeDocument/2006/relationships/image" Target="../media/image2.svg" /><Relationship Id="rId4" Type="http://schemas.openxmlformats.org/officeDocument/2006/relationships/image" Target="../media/image8.svg" /></Relationships>
</file>

<file path=ppt/diagrams/_rels/drawing3.xml.rels><?xml version="1.0" encoding="UTF-8" standalone="yes"?>
<Relationships xmlns="http://schemas.openxmlformats.org/package/2006/relationships"><Relationship Id="rId3" Type="http://schemas.openxmlformats.org/officeDocument/2006/relationships/image" Target="../media/image11.svg" /><Relationship Id="rId2" Type="http://schemas.openxmlformats.org/officeDocument/2006/relationships/image" Target="../media/image10.svg" /><Relationship Id="rId1" Type="http://schemas.openxmlformats.org/officeDocument/2006/relationships/image" Target="../media/image9.svg" /><Relationship Id="rId4" Type="http://schemas.openxmlformats.org/officeDocument/2006/relationships/image" Target="../media/image12.svg" /></Relationships>
</file>

<file path=ppt/diagrams/_rels/drawing4.xml.rels><?xml version="1.0" encoding="UTF-8" standalone="yes"?>
<Relationships xmlns="http://schemas.openxmlformats.org/package/2006/relationships"><Relationship Id="rId3" Type="http://schemas.openxmlformats.org/officeDocument/2006/relationships/image" Target="../media/image15.svg" /><Relationship Id="rId2" Type="http://schemas.openxmlformats.org/officeDocument/2006/relationships/image" Target="../media/image14.svg" /><Relationship Id="rId1" Type="http://schemas.openxmlformats.org/officeDocument/2006/relationships/image" Target="../media/image13.svg" /><Relationship Id="rId4" Type="http://schemas.openxmlformats.org/officeDocument/2006/relationships/image" Target="../media/image16.svg" /></Relationships>
</file>

<file path=ppt/diagrams/_rels/drawing5.xml.rels><?xml version="1.0" encoding="UTF-8" standalone="yes"?>
<Relationships xmlns="http://schemas.openxmlformats.org/package/2006/relationships"><Relationship Id="rId3" Type="http://schemas.openxmlformats.org/officeDocument/2006/relationships/image" Target="../media/image18.svg" /><Relationship Id="rId2" Type="http://schemas.openxmlformats.org/officeDocument/2006/relationships/image" Target="../media/image8.svg" /><Relationship Id="rId1" Type="http://schemas.openxmlformats.org/officeDocument/2006/relationships/image" Target="../media/image17.svg" /><Relationship Id="rId4" Type="http://schemas.openxmlformats.org/officeDocument/2006/relationships/image" Target="../media/image19.svg" /></Relationships>
</file>

<file path=ppt/diagrams/_rels/drawing6.xml.rels><?xml version="1.0" encoding="UTF-8" standalone="yes"?>
<Relationships xmlns="http://schemas.openxmlformats.org/package/2006/relationships"><Relationship Id="rId3" Type="http://schemas.openxmlformats.org/officeDocument/2006/relationships/image" Target="../media/image21.svg" /><Relationship Id="rId2" Type="http://schemas.openxmlformats.org/officeDocument/2006/relationships/image" Target="../media/image20.svg" /><Relationship Id="rId1" Type="http://schemas.openxmlformats.org/officeDocument/2006/relationships/image" Target="../media/image2.svg" /><Relationship Id="rId4" Type="http://schemas.openxmlformats.org/officeDocument/2006/relationships/image" Target="../media/image22.svg" /></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FCB039-3255-4BBF-A9C9-D7ED6BD673C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74C0D3F-F224-4E36-B2B7-A74719C9317F}">
      <dgm:prSet/>
      <dgm:spPr/>
      <dgm:t>
        <a:bodyPr/>
        <a:lstStyle/>
        <a:p>
          <a:pPr>
            <a:lnSpc>
              <a:spcPct val="100000"/>
            </a:lnSpc>
          </a:pPr>
          <a:r>
            <a:rPr lang="en-US" dirty="0"/>
            <a:t>• Notification based reminders</a:t>
          </a:r>
        </a:p>
      </dgm:t>
    </dgm:pt>
    <dgm:pt modelId="{9128B92C-3691-4579-861F-5CCA27E6F905}" type="parTrans" cxnId="{CF3577DF-3F74-4BC8-B4A3-C7895342E728}">
      <dgm:prSet/>
      <dgm:spPr/>
      <dgm:t>
        <a:bodyPr/>
        <a:lstStyle/>
        <a:p>
          <a:endParaRPr lang="en-US"/>
        </a:p>
      </dgm:t>
    </dgm:pt>
    <dgm:pt modelId="{9DF1C214-9244-4C3E-B86C-F20E4395EB4A}" type="sibTrans" cxnId="{CF3577DF-3F74-4BC8-B4A3-C7895342E728}">
      <dgm:prSet/>
      <dgm:spPr/>
      <dgm:t>
        <a:bodyPr/>
        <a:lstStyle/>
        <a:p>
          <a:endParaRPr lang="en-US"/>
        </a:p>
      </dgm:t>
    </dgm:pt>
    <dgm:pt modelId="{0D21CA5B-9C57-49D2-B63B-85DCE76586A4}">
      <dgm:prSet/>
      <dgm:spPr/>
      <dgm:t>
        <a:bodyPr/>
        <a:lstStyle/>
        <a:p>
          <a:pPr>
            <a:lnSpc>
              <a:spcPct val="100000"/>
            </a:lnSpc>
          </a:pPr>
          <a:r>
            <a:rPr lang="en-US"/>
            <a:t>• Mobile phone reminders</a:t>
          </a:r>
        </a:p>
      </dgm:t>
    </dgm:pt>
    <dgm:pt modelId="{78CCB16C-5355-48AE-A939-3A61A0867AE2}" type="parTrans" cxnId="{4E315BBC-E480-470B-A8D8-0E7F84D9CFE4}">
      <dgm:prSet/>
      <dgm:spPr/>
      <dgm:t>
        <a:bodyPr/>
        <a:lstStyle/>
        <a:p>
          <a:endParaRPr lang="en-US"/>
        </a:p>
      </dgm:t>
    </dgm:pt>
    <dgm:pt modelId="{3AE11E69-D498-4E27-A11C-7E959371513F}" type="sibTrans" cxnId="{4E315BBC-E480-470B-A8D8-0E7F84D9CFE4}">
      <dgm:prSet/>
      <dgm:spPr/>
      <dgm:t>
        <a:bodyPr/>
        <a:lstStyle/>
        <a:p>
          <a:endParaRPr lang="en-US"/>
        </a:p>
      </dgm:t>
    </dgm:pt>
    <dgm:pt modelId="{FDC8F597-4946-43D7-9E28-50174A1304AB}">
      <dgm:prSet/>
      <dgm:spPr/>
      <dgm:t>
        <a:bodyPr/>
        <a:lstStyle/>
        <a:p>
          <a:pPr>
            <a:lnSpc>
              <a:spcPct val="100000"/>
            </a:lnSpc>
          </a:pPr>
          <a:r>
            <a:rPr lang="en-US"/>
            <a:t>• Manual medicine tracking</a:t>
          </a:r>
        </a:p>
      </dgm:t>
    </dgm:pt>
    <dgm:pt modelId="{CB4A1A42-2FF7-40FC-B62D-F87AF5C637E5}" type="parTrans" cxnId="{7E100776-980E-4951-8187-058CD1DB4086}">
      <dgm:prSet/>
      <dgm:spPr/>
      <dgm:t>
        <a:bodyPr/>
        <a:lstStyle/>
        <a:p>
          <a:endParaRPr lang="en-US"/>
        </a:p>
      </dgm:t>
    </dgm:pt>
    <dgm:pt modelId="{4349666D-4BE1-48B6-BD63-991DC8564302}" type="sibTrans" cxnId="{7E100776-980E-4951-8187-058CD1DB4086}">
      <dgm:prSet/>
      <dgm:spPr/>
      <dgm:t>
        <a:bodyPr/>
        <a:lstStyle/>
        <a:p>
          <a:endParaRPr lang="en-US"/>
        </a:p>
      </dgm:t>
    </dgm:pt>
    <dgm:pt modelId="{0487A786-D379-4715-BE7B-D6585C416CD6}">
      <dgm:prSet/>
      <dgm:spPr/>
      <dgm:t>
        <a:bodyPr/>
        <a:lstStyle/>
        <a:p>
          <a:pPr>
            <a:lnSpc>
              <a:spcPct val="100000"/>
            </a:lnSpc>
          </a:pPr>
          <a:r>
            <a:rPr lang="en-US"/>
            <a:t>• Calendar based reminders</a:t>
          </a:r>
        </a:p>
      </dgm:t>
    </dgm:pt>
    <dgm:pt modelId="{92441C1D-AF8F-4FB5-8ECD-97523B195853}" type="parTrans" cxnId="{8DD752B8-9DCC-4655-804A-49CD98154DF3}">
      <dgm:prSet/>
      <dgm:spPr/>
      <dgm:t>
        <a:bodyPr/>
        <a:lstStyle/>
        <a:p>
          <a:endParaRPr lang="en-US"/>
        </a:p>
      </dgm:t>
    </dgm:pt>
    <dgm:pt modelId="{24827F1B-3B96-4A89-8BED-2FB2C47A3D92}" type="sibTrans" cxnId="{8DD752B8-9DCC-4655-804A-49CD98154DF3}">
      <dgm:prSet/>
      <dgm:spPr/>
      <dgm:t>
        <a:bodyPr/>
        <a:lstStyle/>
        <a:p>
          <a:endParaRPr lang="en-US"/>
        </a:p>
      </dgm:t>
    </dgm:pt>
    <dgm:pt modelId="{8AEE39AF-0E29-487C-A007-A5AD2D0E3F60}" type="pres">
      <dgm:prSet presAssocID="{A0FCB039-3255-4BBF-A9C9-D7ED6BD673CF}" presName="root" presStyleCnt="0">
        <dgm:presLayoutVars>
          <dgm:dir/>
          <dgm:resizeHandles val="exact"/>
        </dgm:presLayoutVars>
      </dgm:prSet>
      <dgm:spPr/>
    </dgm:pt>
    <dgm:pt modelId="{96FED7D2-ACAA-4F46-8A6D-6443E07F33C7}" type="pres">
      <dgm:prSet presAssocID="{074C0D3F-F224-4E36-B2B7-A74719C9317F}" presName="compNode" presStyleCnt="0"/>
      <dgm:spPr/>
    </dgm:pt>
    <dgm:pt modelId="{54262515-BE02-419E-95AA-4AD950B05E2E}" type="pres">
      <dgm:prSet presAssocID="{074C0D3F-F224-4E36-B2B7-A74719C9317F}" presName="bgRect" presStyleLbl="bgShp" presStyleIdx="0" presStyleCnt="4"/>
      <dgm:spPr/>
    </dgm:pt>
    <dgm:pt modelId="{12E0477C-F77A-426F-8FFB-C1DA38FE58BC}" type="pres">
      <dgm:prSet presAssocID="{074C0D3F-F224-4E36-B2B7-A74719C9317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ell"/>
        </a:ext>
      </dgm:extLst>
    </dgm:pt>
    <dgm:pt modelId="{7B4E1EDC-911E-450B-BD32-1E21372C8061}" type="pres">
      <dgm:prSet presAssocID="{074C0D3F-F224-4E36-B2B7-A74719C9317F}" presName="spaceRect" presStyleCnt="0"/>
      <dgm:spPr/>
    </dgm:pt>
    <dgm:pt modelId="{737A4C28-C838-49E8-912E-85EA2507339E}" type="pres">
      <dgm:prSet presAssocID="{074C0D3F-F224-4E36-B2B7-A74719C9317F}" presName="parTx" presStyleLbl="revTx" presStyleIdx="0" presStyleCnt="4">
        <dgm:presLayoutVars>
          <dgm:chMax val="0"/>
          <dgm:chPref val="0"/>
        </dgm:presLayoutVars>
      </dgm:prSet>
      <dgm:spPr/>
    </dgm:pt>
    <dgm:pt modelId="{D8814E36-44F5-4E6B-9F0B-EE0604707F9E}" type="pres">
      <dgm:prSet presAssocID="{9DF1C214-9244-4C3E-B86C-F20E4395EB4A}" presName="sibTrans" presStyleCnt="0"/>
      <dgm:spPr/>
    </dgm:pt>
    <dgm:pt modelId="{E0739F7B-2E00-4211-9F96-561788841990}" type="pres">
      <dgm:prSet presAssocID="{0D21CA5B-9C57-49D2-B63B-85DCE76586A4}" presName="compNode" presStyleCnt="0"/>
      <dgm:spPr/>
    </dgm:pt>
    <dgm:pt modelId="{1A25DEA2-3164-4847-AF4C-01F13BA0729F}" type="pres">
      <dgm:prSet presAssocID="{0D21CA5B-9C57-49D2-B63B-85DCE76586A4}" presName="bgRect" presStyleLbl="bgShp" presStyleIdx="1" presStyleCnt="4"/>
      <dgm:spPr/>
    </dgm:pt>
    <dgm:pt modelId="{AE63378C-32A8-4993-BE55-8773E4E4A821}" type="pres">
      <dgm:prSet presAssocID="{0D21CA5B-9C57-49D2-B63B-85DCE76586A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art Phone"/>
        </a:ext>
      </dgm:extLst>
    </dgm:pt>
    <dgm:pt modelId="{F0DD2AEA-0364-480A-B91F-D072AB6FF9D2}" type="pres">
      <dgm:prSet presAssocID="{0D21CA5B-9C57-49D2-B63B-85DCE76586A4}" presName="spaceRect" presStyleCnt="0"/>
      <dgm:spPr/>
    </dgm:pt>
    <dgm:pt modelId="{3B379858-760D-4C63-B270-92893AC2E73E}" type="pres">
      <dgm:prSet presAssocID="{0D21CA5B-9C57-49D2-B63B-85DCE76586A4}" presName="parTx" presStyleLbl="revTx" presStyleIdx="1" presStyleCnt="4">
        <dgm:presLayoutVars>
          <dgm:chMax val="0"/>
          <dgm:chPref val="0"/>
        </dgm:presLayoutVars>
      </dgm:prSet>
      <dgm:spPr/>
    </dgm:pt>
    <dgm:pt modelId="{495AEC9D-479E-436B-9734-A0A9DF06846B}" type="pres">
      <dgm:prSet presAssocID="{3AE11E69-D498-4E27-A11C-7E959371513F}" presName="sibTrans" presStyleCnt="0"/>
      <dgm:spPr/>
    </dgm:pt>
    <dgm:pt modelId="{BF5C5EA7-52E5-4055-AE1D-B60B88D1BEEB}" type="pres">
      <dgm:prSet presAssocID="{FDC8F597-4946-43D7-9E28-50174A1304AB}" presName="compNode" presStyleCnt="0"/>
      <dgm:spPr/>
    </dgm:pt>
    <dgm:pt modelId="{16219F53-4A4D-441B-A411-D766D87D7C66}" type="pres">
      <dgm:prSet presAssocID="{FDC8F597-4946-43D7-9E28-50174A1304AB}" presName="bgRect" presStyleLbl="bgShp" presStyleIdx="2" presStyleCnt="4"/>
      <dgm:spPr/>
    </dgm:pt>
    <dgm:pt modelId="{8C359EBE-6C47-4619-B0C8-7C3F10408585}" type="pres">
      <dgm:prSet presAssocID="{FDC8F597-4946-43D7-9E28-50174A1304AB}"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tethoscope"/>
        </a:ext>
      </dgm:extLst>
    </dgm:pt>
    <dgm:pt modelId="{F3CBD41B-D57A-4248-8733-98A3159B3715}" type="pres">
      <dgm:prSet presAssocID="{FDC8F597-4946-43D7-9E28-50174A1304AB}" presName="spaceRect" presStyleCnt="0"/>
      <dgm:spPr/>
    </dgm:pt>
    <dgm:pt modelId="{C4CA43F6-426F-424B-BFDB-16D984F6D5C8}" type="pres">
      <dgm:prSet presAssocID="{FDC8F597-4946-43D7-9E28-50174A1304AB}" presName="parTx" presStyleLbl="revTx" presStyleIdx="2" presStyleCnt="4">
        <dgm:presLayoutVars>
          <dgm:chMax val="0"/>
          <dgm:chPref val="0"/>
        </dgm:presLayoutVars>
      </dgm:prSet>
      <dgm:spPr/>
    </dgm:pt>
    <dgm:pt modelId="{2390F021-F348-4B66-BA2E-15292522CFB5}" type="pres">
      <dgm:prSet presAssocID="{4349666D-4BE1-48B6-BD63-991DC8564302}" presName="sibTrans" presStyleCnt="0"/>
      <dgm:spPr/>
    </dgm:pt>
    <dgm:pt modelId="{F8366311-2C07-43EB-A5C2-D292F2CA9F2E}" type="pres">
      <dgm:prSet presAssocID="{0487A786-D379-4715-BE7B-D6585C416CD6}" presName="compNode" presStyleCnt="0"/>
      <dgm:spPr/>
    </dgm:pt>
    <dgm:pt modelId="{23735C38-E20C-48A8-BFD8-69706FF7B0E1}" type="pres">
      <dgm:prSet presAssocID="{0487A786-D379-4715-BE7B-D6585C416CD6}" presName="bgRect" presStyleLbl="bgShp" presStyleIdx="3" presStyleCnt="4"/>
      <dgm:spPr/>
    </dgm:pt>
    <dgm:pt modelId="{B6FB00FD-0B9A-43F3-8586-BFF29B1FD8C1}" type="pres">
      <dgm:prSet presAssocID="{0487A786-D379-4715-BE7B-D6585C416CD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ily Calendar"/>
        </a:ext>
      </dgm:extLst>
    </dgm:pt>
    <dgm:pt modelId="{0B2CF200-7F88-487F-B298-AEB90C50A89F}" type="pres">
      <dgm:prSet presAssocID="{0487A786-D379-4715-BE7B-D6585C416CD6}" presName="spaceRect" presStyleCnt="0"/>
      <dgm:spPr/>
    </dgm:pt>
    <dgm:pt modelId="{7FD2B785-08EC-4083-8B63-C779157671ED}" type="pres">
      <dgm:prSet presAssocID="{0487A786-D379-4715-BE7B-D6585C416CD6}" presName="parTx" presStyleLbl="revTx" presStyleIdx="3" presStyleCnt="4">
        <dgm:presLayoutVars>
          <dgm:chMax val="0"/>
          <dgm:chPref val="0"/>
        </dgm:presLayoutVars>
      </dgm:prSet>
      <dgm:spPr/>
    </dgm:pt>
  </dgm:ptLst>
  <dgm:cxnLst>
    <dgm:cxn modelId="{71DF333E-64B6-4C12-808B-9C1F60EBE43B}" type="presOf" srcId="{0D21CA5B-9C57-49D2-B63B-85DCE76586A4}" destId="{3B379858-760D-4C63-B270-92893AC2E73E}" srcOrd="0" destOrd="0" presId="urn:microsoft.com/office/officeart/2018/2/layout/IconVerticalSolidList"/>
    <dgm:cxn modelId="{71528446-B2AF-49F4-B4C3-36459AD49384}" type="presOf" srcId="{074C0D3F-F224-4E36-B2B7-A74719C9317F}" destId="{737A4C28-C838-49E8-912E-85EA2507339E}" srcOrd="0" destOrd="0" presId="urn:microsoft.com/office/officeart/2018/2/layout/IconVerticalSolidList"/>
    <dgm:cxn modelId="{7E100776-980E-4951-8187-058CD1DB4086}" srcId="{A0FCB039-3255-4BBF-A9C9-D7ED6BD673CF}" destId="{FDC8F597-4946-43D7-9E28-50174A1304AB}" srcOrd="2" destOrd="0" parTransId="{CB4A1A42-2FF7-40FC-B62D-F87AF5C637E5}" sibTransId="{4349666D-4BE1-48B6-BD63-991DC8564302}"/>
    <dgm:cxn modelId="{1EE0C682-9280-4657-8DCA-5A49B69B5EF1}" type="presOf" srcId="{0487A786-D379-4715-BE7B-D6585C416CD6}" destId="{7FD2B785-08EC-4083-8B63-C779157671ED}" srcOrd="0" destOrd="0" presId="urn:microsoft.com/office/officeart/2018/2/layout/IconVerticalSolidList"/>
    <dgm:cxn modelId="{035453A9-0E32-4F83-9522-367865B4B445}" type="presOf" srcId="{FDC8F597-4946-43D7-9E28-50174A1304AB}" destId="{C4CA43F6-426F-424B-BFDB-16D984F6D5C8}" srcOrd="0" destOrd="0" presId="urn:microsoft.com/office/officeart/2018/2/layout/IconVerticalSolidList"/>
    <dgm:cxn modelId="{8DD752B8-9DCC-4655-804A-49CD98154DF3}" srcId="{A0FCB039-3255-4BBF-A9C9-D7ED6BD673CF}" destId="{0487A786-D379-4715-BE7B-D6585C416CD6}" srcOrd="3" destOrd="0" parTransId="{92441C1D-AF8F-4FB5-8ECD-97523B195853}" sibTransId="{24827F1B-3B96-4A89-8BED-2FB2C47A3D92}"/>
    <dgm:cxn modelId="{4E315BBC-E480-470B-A8D8-0E7F84D9CFE4}" srcId="{A0FCB039-3255-4BBF-A9C9-D7ED6BD673CF}" destId="{0D21CA5B-9C57-49D2-B63B-85DCE76586A4}" srcOrd="1" destOrd="0" parTransId="{78CCB16C-5355-48AE-A939-3A61A0867AE2}" sibTransId="{3AE11E69-D498-4E27-A11C-7E959371513F}"/>
    <dgm:cxn modelId="{4A140CC2-B785-42AF-9834-A47430ADEE13}" type="presOf" srcId="{A0FCB039-3255-4BBF-A9C9-D7ED6BD673CF}" destId="{8AEE39AF-0E29-487C-A007-A5AD2D0E3F60}" srcOrd="0" destOrd="0" presId="urn:microsoft.com/office/officeart/2018/2/layout/IconVerticalSolidList"/>
    <dgm:cxn modelId="{CF3577DF-3F74-4BC8-B4A3-C7895342E728}" srcId="{A0FCB039-3255-4BBF-A9C9-D7ED6BD673CF}" destId="{074C0D3F-F224-4E36-B2B7-A74719C9317F}" srcOrd="0" destOrd="0" parTransId="{9128B92C-3691-4579-861F-5CCA27E6F905}" sibTransId="{9DF1C214-9244-4C3E-B86C-F20E4395EB4A}"/>
    <dgm:cxn modelId="{F735ED1D-A03D-4999-B411-B2EDE73CD65B}" type="presParOf" srcId="{8AEE39AF-0E29-487C-A007-A5AD2D0E3F60}" destId="{96FED7D2-ACAA-4F46-8A6D-6443E07F33C7}" srcOrd="0" destOrd="0" presId="urn:microsoft.com/office/officeart/2018/2/layout/IconVerticalSolidList"/>
    <dgm:cxn modelId="{E6F40652-F961-4DBC-9B4F-697403D2C841}" type="presParOf" srcId="{96FED7D2-ACAA-4F46-8A6D-6443E07F33C7}" destId="{54262515-BE02-419E-95AA-4AD950B05E2E}" srcOrd="0" destOrd="0" presId="urn:microsoft.com/office/officeart/2018/2/layout/IconVerticalSolidList"/>
    <dgm:cxn modelId="{48E345E4-42D8-4F46-963F-62AF58F61728}" type="presParOf" srcId="{96FED7D2-ACAA-4F46-8A6D-6443E07F33C7}" destId="{12E0477C-F77A-426F-8FFB-C1DA38FE58BC}" srcOrd="1" destOrd="0" presId="urn:microsoft.com/office/officeart/2018/2/layout/IconVerticalSolidList"/>
    <dgm:cxn modelId="{794D5202-DD54-4E2A-9922-612BE406E0A0}" type="presParOf" srcId="{96FED7D2-ACAA-4F46-8A6D-6443E07F33C7}" destId="{7B4E1EDC-911E-450B-BD32-1E21372C8061}" srcOrd="2" destOrd="0" presId="urn:microsoft.com/office/officeart/2018/2/layout/IconVerticalSolidList"/>
    <dgm:cxn modelId="{E6EF934C-1025-491A-B23F-44728DF6FD90}" type="presParOf" srcId="{96FED7D2-ACAA-4F46-8A6D-6443E07F33C7}" destId="{737A4C28-C838-49E8-912E-85EA2507339E}" srcOrd="3" destOrd="0" presId="urn:microsoft.com/office/officeart/2018/2/layout/IconVerticalSolidList"/>
    <dgm:cxn modelId="{2DED96D2-C860-4B77-980C-196CEB19192B}" type="presParOf" srcId="{8AEE39AF-0E29-487C-A007-A5AD2D0E3F60}" destId="{D8814E36-44F5-4E6B-9F0B-EE0604707F9E}" srcOrd="1" destOrd="0" presId="urn:microsoft.com/office/officeart/2018/2/layout/IconVerticalSolidList"/>
    <dgm:cxn modelId="{44C00445-4D4C-4697-9B5F-03E27F8A357D}" type="presParOf" srcId="{8AEE39AF-0E29-487C-A007-A5AD2D0E3F60}" destId="{E0739F7B-2E00-4211-9F96-561788841990}" srcOrd="2" destOrd="0" presId="urn:microsoft.com/office/officeart/2018/2/layout/IconVerticalSolidList"/>
    <dgm:cxn modelId="{F9247068-49F3-493A-9ED1-279BD0580CB1}" type="presParOf" srcId="{E0739F7B-2E00-4211-9F96-561788841990}" destId="{1A25DEA2-3164-4847-AF4C-01F13BA0729F}" srcOrd="0" destOrd="0" presId="urn:microsoft.com/office/officeart/2018/2/layout/IconVerticalSolidList"/>
    <dgm:cxn modelId="{1B8BD481-7233-433A-8364-24AF43213A84}" type="presParOf" srcId="{E0739F7B-2E00-4211-9F96-561788841990}" destId="{AE63378C-32A8-4993-BE55-8773E4E4A821}" srcOrd="1" destOrd="0" presId="urn:microsoft.com/office/officeart/2018/2/layout/IconVerticalSolidList"/>
    <dgm:cxn modelId="{2431CCE5-A769-43CE-9AD3-02CE6DB741F7}" type="presParOf" srcId="{E0739F7B-2E00-4211-9F96-561788841990}" destId="{F0DD2AEA-0364-480A-B91F-D072AB6FF9D2}" srcOrd="2" destOrd="0" presId="urn:microsoft.com/office/officeart/2018/2/layout/IconVerticalSolidList"/>
    <dgm:cxn modelId="{CDC8763F-B2B9-4DC7-98A4-9A11037A44D2}" type="presParOf" srcId="{E0739F7B-2E00-4211-9F96-561788841990}" destId="{3B379858-760D-4C63-B270-92893AC2E73E}" srcOrd="3" destOrd="0" presId="urn:microsoft.com/office/officeart/2018/2/layout/IconVerticalSolidList"/>
    <dgm:cxn modelId="{DE9C6940-116D-4821-BB35-268CA1EB0996}" type="presParOf" srcId="{8AEE39AF-0E29-487C-A007-A5AD2D0E3F60}" destId="{495AEC9D-479E-436B-9734-A0A9DF06846B}" srcOrd="3" destOrd="0" presId="urn:microsoft.com/office/officeart/2018/2/layout/IconVerticalSolidList"/>
    <dgm:cxn modelId="{00551E17-F5A5-403E-802C-29D48A99994F}" type="presParOf" srcId="{8AEE39AF-0E29-487C-A007-A5AD2D0E3F60}" destId="{BF5C5EA7-52E5-4055-AE1D-B60B88D1BEEB}" srcOrd="4" destOrd="0" presId="urn:microsoft.com/office/officeart/2018/2/layout/IconVerticalSolidList"/>
    <dgm:cxn modelId="{D98A9B42-E1B3-4514-821D-4A49ED1C51ED}" type="presParOf" srcId="{BF5C5EA7-52E5-4055-AE1D-B60B88D1BEEB}" destId="{16219F53-4A4D-441B-A411-D766D87D7C66}" srcOrd="0" destOrd="0" presId="urn:microsoft.com/office/officeart/2018/2/layout/IconVerticalSolidList"/>
    <dgm:cxn modelId="{1BA30D6D-2814-4D64-9F27-4DDAAAD8E932}" type="presParOf" srcId="{BF5C5EA7-52E5-4055-AE1D-B60B88D1BEEB}" destId="{8C359EBE-6C47-4619-B0C8-7C3F10408585}" srcOrd="1" destOrd="0" presId="urn:microsoft.com/office/officeart/2018/2/layout/IconVerticalSolidList"/>
    <dgm:cxn modelId="{0CC39764-CF08-4229-9917-DA79F38B3CF2}" type="presParOf" srcId="{BF5C5EA7-52E5-4055-AE1D-B60B88D1BEEB}" destId="{F3CBD41B-D57A-4248-8733-98A3159B3715}" srcOrd="2" destOrd="0" presId="urn:microsoft.com/office/officeart/2018/2/layout/IconVerticalSolidList"/>
    <dgm:cxn modelId="{AA43F54F-E1B8-4063-981C-271CC745559C}" type="presParOf" srcId="{BF5C5EA7-52E5-4055-AE1D-B60B88D1BEEB}" destId="{C4CA43F6-426F-424B-BFDB-16D984F6D5C8}" srcOrd="3" destOrd="0" presId="urn:microsoft.com/office/officeart/2018/2/layout/IconVerticalSolidList"/>
    <dgm:cxn modelId="{81FF8363-7AED-4FD2-9EED-1F58A2AE2FF2}" type="presParOf" srcId="{8AEE39AF-0E29-487C-A007-A5AD2D0E3F60}" destId="{2390F021-F348-4B66-BA2E-15292522CFB5}" srcOrd="5" destOrd="0" presId="urn:microsoft.com/office/officeart/2018/2/layout/IconVerticalSolidList"/>
    <dgm:cxn modelId="{B90F13CC-B698-4D77-AC6D-D22BBD10BF8E}" type="presParOf" srcId="{8AEE39AF-0E29-487C-A007-A5AD2D0E3F60}" destId="{F8366311-2C07-43EB-A5C2-D292F2CA9F2E}" srcOrd="6" destOrd="0" presId="urn:microsoft.com/office/officeart/2018/2/layout/IconVerticalSolidList"/>
    <dgm:cxn modelId="{42B72E87-6209-4AFE-A844-4251D0489078}" type="presParOf" srcId="{F8366311-2C07-43EB-A5C2-D292F2CA9F2E}" destId="{23735C38-E20C-48A8-BFD8-69706FF7B0E1}" srcOrd="0" destOrd="0" presId="urn:microsoft.com/office/officeart/2018/2/layout/IconVerticalSolidList"/>
    <dgm:cxn modelId="{E75B4FDC-1AA6-451E-AFEB-C19A2B8E5B7D}" type="presParOf" srcId="{F8366311-2C07-43EB-A5C2-D292F2CA9F2E}" destId="{B6FB00FD-0B9A-43F3-8586-BFF29B1FD8C1}" srcOrd="1" destOrd="0" presId="urn:microsoft.com/office/officeart/2018/2/layout/IconVerticalSolidList"/>
    <dgm:cxn modelId="{6AC1A703-2ED7-4B68-B6C0-7E45C7326AD4}" type="presParOf" srcId="{F8366311-2C07-43EB-A5C2-D292F2CA9F2E}" destId="{0B2CF200-7F88-487F-B298-AEB90C50A89F}" srcOrd="2" destOrd="0" presId="urn:microsoft.com/office/officeart/2018/2/layout/IconVerticalSolidList"/>
    <dgm:cxn modelId="{539C16E9-EF79-40A9-8AB5-528B2A6494F8}" type="presParOf" srcId="{F8366311-2C07-43EB-A5C2-D292F2CA9F2E}" destId="{7FD2B785-08EC-4083-8B63-C779157671E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4B3F0F-BB08-40F6-A7A3-5CE657074BD7}"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3D6F9A0B-0B00-456D-9DFB-B59A65E4526F}">
      <dgm:prSet/>
      <dgm:spPr/>
      <dgm:t>
        <a:bodyPr/>
        <a:lstStyle/>
        <a:p>
          <a:pPr>
            <a:lnSpc>
              <a:spcPct val="100000"/>
            </a:lnSpc>
          </a:pPr>
          <a:r>
            <a:rPr lang="en-US" dirty="0"/>
            <a:t>• Users may ignore </a:t>
          </a:r>
          <a:r>
            <a:rPr lang="en-US" dirty="0" err="1"/>
            <a:t>nofications</a:t>
          </a:r>
          <a:r>
            <a:rPr lang="en-US" dirty="0"/>
            <a:t> reminders.</a:t>
          </a:r>
        </a:p>
      </dgm:t>
    </dgm:pt>
    <dgm:pt modelId="{693900E4-507E-4E3C-B716-B409E1592AB8}" type="parTrans" cxnId="{A079B6B8-DC32-4844-BC53-D8F3308F9D79}">
      <dgm:prSet/>
      <dgm:spPr/>
      <dgm:t>
        <a:bodyPr/>
        <a:lstStyle/>
        <a:p>
          <a:endParaRPr lang="en-US"/>
        </a:p>
      </dgm:t>
    </dgm:pt>
    <dgm:pt modelId="{557ABF04-EFAE-465C-B7BE-CF19A8586BB0}" type="sibTrans" cxnId="{A079B6B8-DC32-4844-BC53-D8F3308F9D79}">
      <dgm:prSet/>
      <dgm:spPr/>
      <dgm:t>
        <a:bodyPr/>
        <a:lstStyle/>
        <a:p>
          <a:endParaRPr lang="en-US"/>
        </a:p>
      </dgm:t>
    </dgm:pt>
    <dgm:pt modelId="{6595480F-C128-4C79-8CCF-B2161FCCCCF4}">
      <dgm:prSet/>
      <dgm:spPr/>
      <dgm:t>
        <a:bodyPr/>
        <a:lstStyle/>
        <a:p>
          <a:pPr>
            <a:lnSpc>
              <a:spcPct val="100000"/>
            </a:lnSpc>
          </a:pPr>
          <a:r>
            <a:rPr lang="en-US"/>
            <a:t>• Difficult to manage multiple medicines.</a:t>
          </a:r>
        </a:p>
      </dgm:t>
    </dgm:pt>
    <dgm:pt modelId="{285BD2E2-D591-4F3A-B200-7FA762F74428}" type="parTrans" cxnId="{7E9C4453-68F7-4681-9626-BA9C43867F7C}">
      <dgm:prSet/>
      <dgm:spPr/>
      <dgm:t>
        <a:bodyPr/>
        <a:lstStyle/>
        <a:p>
          <a:endParaRPr lang="en-US"/>
        </a:p>
      </dgm:t>
    </dgm:pt>
    <dgm:pt modelId="{2B0D7663-E8EC-43B9-BAB2-9309177CBBAD}" type="sibTrans" cxnId="{7E9C4453-68F7-4681-9626-BA9C43867F7C}">
      <dgm:prSet/>
      <dgm:spPr/>
      <dgm:t>
        <a:bodyPr/>
        <a:lstStyle/>
        <a:p>
          <a:endParaRPr lang="en-US"/>
        </a:p>
      </dgm:t>
    </dgm:pt>
    <dgm:pt modelId="{F189E094-EE80-42F2-87E5-ED78973DBA65}">
      <dgm:prSet/>
      <dgm:spPr/>
      <dgm:t>
        <a:bodyPr/>
        <a:lstStyle/>
        <a:p>
          <a:pPr>
            <a:lnSpc>
              <a:spcPct val="100000"/>
            </a:lnSpc>
          </a:pPr>
          <a:r>
            <a:rPr lang="en-US"/>
            <a:t>• No centralized medicine tracking.</a:t>
          </a:r>
        </a:p>
      </dgm:t>
    </dgm:pt>
    <dgm:pt modelId="{11369509-4150-4619-86F5-819CB585C40E}" type="parTrans" cxnId="{5F0692BB-31C8-4AB9-9C64-D1C11989B3A8}">
      <dgm:prSet/>
      <dgm:spPr/>
      <dgm:t>
        <a:bodyPr/>
        <a:lstStyle/>
        <a:p>
          <a:endParaRPr lang="en-US"/>
        </a:p>
      </dgm:t>
    </dgm:pt>
    <dgm:pt modelId="{60C68C5A-6A40-4EE0-BC1F-31B998925CD2}" type="sibTrans" cxnId="{5F0692BB-31C8-4AB9-9C64-D1C11989B3A8}">
      <dgm:prSet/>
      <dgm:spPr/>
      <dgm:t>
        <a:bodyPr/>
        <a:lstStyle/>
        <a:p>
          <a:endParaRPr lang="en-US"/>
        </a:p>
      </dgm:t>
    </dgm:pt>
    <dgm:pt modelId="{DF2A72F7-808D-41E2-A00C-71DFDC907B7A}">
      <dgm:prSet/>
      <dgm:spPr/>
      <dgm:t>
        <a:bodyPr/>
        <a:lstStyle/>
        <a:p>
          <a:pPr>
            <a:lnSpc>
              <a:spcPct val="100000"/>
            </a:lnSpc>
          </a:pPr>
          <a:r>
            <a:rPr lang="en-US"/>
            <a:t>• Lack of automated monitoring system.</a:t>
          </a:r>
        </a:p>
      </dgm:t>
    </dgm:pt>
    <dgm:pt modelId="{D5853AFD-45C0-456C-89B5-A10657FEF67D}" type="parTrans" cxnId="{3FE8137B-370E-48E9-A27C-0CC76862AFC2}">
      <dgm:prSet/>
      <dgm:spPr/>
      <dgm:t>
        <a:bodyPr/>
        <a:lstStyle/>
        <a:p>
          <a:endParaRPr lang="en-US"/>
        </a:p>
      </dgm:t>
    </dgm:pt>
    <dgm:pt modelId="{7F4B8238-788D-40F8-9FC7-C060E09302A6}" type="sibTrans" cxnId="{3FE8137B-370E-48E9-A27C-0CC76862AFC2}">
      <dgm:prSet/>
      <dgm:spPr/>
      <dgm:t>
        <a:bodyPr/>
        <a:lstStyle/>
        <a:p>
          <a:endParaRPr lang="en-US"/>
        </a:p>
      </dgm:t>
    </dgm:pt>
    <dgm:pt modelId="{D6A75A6F-12C9-4253-A1CC-854D514F9D23}" type="pres">
      <dgm:prSet presAssocID="{D04B3F0F-BB08-40F6-A7A3-5CE657074BD7}" presName="root" presStyleCnt="0">
        <dgm:presLayoutVars>
          <dgm:dir/>
          <dgm:resizeHandles val="exact"/>
        </dgm:presLayoutVars>
      </dgm:prSet>
      <dgm:spPr/>
    </dgm:pt>
    <dgm:pt modelId="{80F28463-ECFC-4625-8A78-E3E1F32FBAB0}" type="pres">
      <dgm:prSet presAssocID="{3D6F9A0B-0B00-456D-9DFB-B59A65E4526F}" presName="compNode" presStyleCnt="0"/>
      <dgm:spPr/>
    </dgm:pt>
    <dgm:pt modelId="{A9CBC997-01E4-4795-A2C9-1148CE37DD12}" type="pres">
      <dgm:prSet presAssocID="{3D6F9A0B-0B00-456D-9DFB-B59A65E4526F}" presName="bgRect" presStyleLbl="bgShp" presStyleIdx="0" presStyleCnt="4"/>
      <dgm:spPr/>
    </dgm:pt>
    <dgm:pt modelId="{886E5DBB-6838-4781-B843-95E1A6B01BEB}" type="pres">
      <dgm:prSet presAssocID="{3D6F9A0B-0B00-456D-9DFB-B59A65E4526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ell"/>
        </a:ext>
      </dgm:extLst>
    </dgm:pt>
    <dgm:pt modelId="{9F818B5D-08FB-44EB-BB0B-17D97055CD90}" type="pres">
      <dgm:prSet presAssocID="{3D6F9A0B-0B00-456D-9DFB-B59A65E4526F}" presName="spaceRect" presStyleCnt="0"/>
      <dgm:spPr/>
    </dgm:pt>
    <dgm:pt modelId="{F1076573-1473-459F-8D4C-A0750F51287E}" type="pres">
      <dgm:prSet presAssocID="{3D6F9A0B-0B00-456D-9DFB-B59A65E4526F}" presName="parTx" presStyleLbl="revTx" presStyleIdx="0" presStyleCnt="4">
        <dgm:presLayoutVars>
          <dgm:chMax val="0"/>
          <dgm:chPref val="0"/>
        </dgm:presLayoutVars>
      </dgm:prSet>
      <dgm:spPr/>
    </dgm:pt>
    <dgm:pt modelId="{B997CCC9-39C2-43B5-BA9B-19281F23B5F4}" type="pres">
      <dgm:prSet presAssocID="{557ABF04-EFAE-465C-B7BE-CF19A8586BB0}" presName="sibTrans" presStyleCnt="0"/>
      <dgm:spPr/>
    </dgm:pt>
    <dgm:pt modelId="{502BD34B-C52D-462A-966E-D9495B15B442}" type="pres">
      <dgm:prSet presAssocID="{6595480F-C128-4C79-8CCF-B2161FCCCCF4}" presName="compNode" presStyleCnt="0"/>
      <dgm:spPr/>
    </dgm:pt>
    <dgm:pt modelId="{EC6A59D8-87AB-4521-95B2-0572499AE53F}" type="pres">
      <dgm:prSet presAssocID="{6595480F-C128-4C79-8CCF-B2161FCCCCF4}" presName="bgRect" presStyleLbl="bgShp" presStyleIdx="1" presStyleCnt="4"/>
      <dgm:spPr/>
    </dgm:pt>
    <dgm:pt modelId="{C3CAA1E5-EC03-4C7B-990E-EEB666430076}" type="pres">
      <dgm:prSet presAssocID="{6595480F-C128-4C79-8CCF-B2161FCCCCF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33E4C7A0-120E-4D73-86F3-E99673B8BD17}" type="pres">
      <dgm:prSet presAssocID="{6595480F-C128-4C79-8CCF-B2161FCCCCF4}" presName="spaceRect" presStyleCnt="0"/>
      <dgm:spPr/>
    </dgm:pt>
    <dgm:pt modelId="{A222B39A-B93F-4C32-AD59-021F82815B5C}" type="pres">
      <dgm:prSet presAssocID="{6595480F-C128-4C79-8CCF-B2161FCCCCF4}" presName="parTx" presStyleLbl="revTx" presStyleIdx="1" presStyleCnt="4">
        <dgm:presLayoutVars>
          <dgm:chMax val="0"/>
          <dgm:chPref val="0"/>
        </dgm:presLayoutVars>
      </dgm:prSet>
      <dgm:spPr/>
    </dgm:pt>
    <dgm:pt modelId="{5E3A70FA-878F-4709-BF54-21746840C354}" type="pres">
      <dgm:prSet presAssocID="{2B0D7663-E8EC-43B9-BAB2-9309177CBBAD}" presName="sibTrans" presStyleCnt="0"/>
      <dgm:spPr/>
    </dgm:pt>
    <dgm:pt modelId="{637EABF3-BA29-43DF-A0D2-1105BE968A8F}" type="pres">
      <dgm:prSet presAssocID="{F189E094-EE80-42F2-87E5-ED78973DBA65}" presName="compNode" presStyleCnt="0"/>
      <dgm:spPr/>
    </dgm:pt>
    <dgm:pt modelId="{506B3228-D8C4-4F74-9EDE-61A553EFECD5}" type="pres">
      <dgm:prSet presAssocID="{F189E094-EE80-42F2-87E5-ED78973DBA65}" presName="bgRect" presStyleLbl="bgShp" presStyleIdx="2" presStyleCnt="4"/>
      <dgm:spPr/>
    </dgm:pt>
    <dgm:pt modelId="{8BC98F08-8002-4F00-A6CA-6ECA7562CDBE}" type="pres">
      <dgm:prSet presAssocID="{F189E094-EE80-42F2-87E5-ED78973DBA6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etwork Diagram"/>
        </a:ext>
      </dgm:extLst>
    </dgm:pt>
    <dgm:pt modelId="{15AA1724-6514-4E85-889B-CA2F66A0DCEB}" type="pres">
      <dgm:prSet presAssocID="{F189E094-EE80-42F2-87E5-ED78973DBA65}" presName="spaceRect" presStyleCnt="0"/>
      <dgm:spPr/>
    </dgm:pt>
    <dgm:pt modelId="{5CF7E0A4-96C4-4EAA-889A-41DC6EBB62E6}" type="pres">
      <dgm:prSet presAssocID="{F189E094-EE80-42F2-87E5-ED78973DBA65}" presName="parTx" presStyleLbl="revTx" presStyleIdx="2" presStyleCnt="4">
        <dgm:presLayoutVars>
          <dgm:chMax val="0"/>
          <dgm:chPref val="0"/>
        </dgm:presLayoutVars>
      </dgm:prSet>
      <dgm:spPr/>
    </dgm:pt>
    <dgm:pt modelId="{214280F4-594D-45CF-BF50-FD76302C66F8}" type="pres">
      <dgm:prSet presAssocID="{60C68C5A-6A40-4EE0-BC1F-31B998925CD2}" presName="sibTrans" presStyleCnt="0"/>
      <dgm:spPr/>
    </dgm:pt>
    <dgm:pt modelId="{84E1C658-4F76-4660-A3E1-EE17882696F6}" type="pres">
      <dgm:prSet presAssocID="{DF2A72F7-808D-41E2-A00C-71DFDC907B7A}" presName="compNode" presStyleCnt="0"/>
      <dgm:spPr/>
    </dgm:pt>
    <dgm:pt modelId="{14C23E44-A5E5-44C0-9D69-022A25396E10}" type="pres">
      <dgm:prSet presAssocID="{DF2A72F7-808D-41E2-A00C-71DFDC907B7A}" presName="bgRect" presStyleLbl="bgShp" presStyleIdx="3" presStyleCnt="4"/>
      <dgm:spPr/>
    </dgm:pt>
    <dgm:pt modelId="{26DD410D-163B-4100-84A2-3DDF70219543}" type="pres">
      <dgm:prSet presAssocID="{DF2A72F7-808D-41E2-A00C-71DFDC907B7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6B0F8BE4-91DF-4F83-8AF1-4BD197F415A6}" type="pres">
      <dgm:prSet presAssocID="{DF2A72F7-808D-41E2-A00C-71DFDC907B7A}" presName="spaceRect" presStyleCnt="0"/>
      <dgm:spPr/>
    </dgm:pt>
    <dgm:pt modelId="{B5C21338-25E0-416E-A20C-8E0F3608EB33}" type="pres">
      <dgm:prSet presAssocID="{DF2A72F7-808D-41E2-A00C-71DFDC907B7A}" presName="parTx" presStyleLbl="revTx" presStyleIdx="3" presStyleCnt="4">
        <dgm:presLayoutVars>
          <dgm:chMax val="0"/>
          <dgm:chPref val="0"/>
        </dgm:presLayoutVars>
      </dgm:prSet>
      <dgm:spPr/>
    </dgm:pt>
  </dgm:ptLst>
  <dgm:cxnLst>
    <dgm:cxn modelId="{75910F1B-D1EE-4E5F-8656-F1771E6DCAEB}" type="presOf" srcId="{D04B3F0F-BB08-40F6-A7A3-5CE657074BD7}" destId="{D6A75A6F-12C9-4253-A1CC-854D514F9D23}" srcOrd="0" destOrd="0" presId="urn:microsoft.com/office/officeart/2018/2/layout/IconVerticalSolidList"/>
    <dgm:cxn modelId="{7E9C4453-68F7-4681-9626-BA9C43867F7C}" srcId="{D04B3F0F-BB08-40F6-A7A3-5CE657074BD7}" destId="{6595480F-C128-4C79-8CCF-B2161FCCCCF4}" srcOrd="1" destOrd="0" parTransId="{285BD2E2-D591-4F3A-B200-7FA762F74428}" sibTransId="{2B0D7663-E8EC-43B9-BAB2-9309177CBBAD}"/>
    <dgm:cxn modelId="{93F10F79-342E-463D-8A6E-3DAC21E36D59}" type="presOf" srcId="{3D6F9A0B-0B00-456D-9DFB-B59A65E4526F}" destId="{F1076573-1473-459F-8D4C-A0750F51287E}" srcOrd="0" destOrd="0" presId="urn:microsoft.com/office/officeart/2018/2/layout/IconVerticalSolidList"/>
    <dgm:cxn modelId="{BCE21159-16EB-43DD-A01E-885A43CFF902}" type="presOf" srcId="{F189E094-EE80-42F2-87E5-ED78973DBA65}" destId="{5CF7E0A4-96C4-4EAA-889A-41DC6EBB62E6}" srcOrd="0" destOrd="0" presId="urn:microsoft.com/office/officeart/2018/2/layout/IconVerticalSolidList"/>
    <dgm:cxn modelId="{3FE8137B-370E-48E9-A27C-0CC76862AFC2}" srcId="{D04B3F0F-BB08-40F6-A7A3-5CE657074BD7}" destId="{DF2A72F7-808D-41E2-A00C-71DFDC907B7A}" srcOrd="3" destOrd="0" parTransId="{D5853AFD-45C0-456C-89B5-A10657FEF67D}" sibTransId="{7F4B8238-788D-40F8-9FC7-C060E09302A6}"/>
    <dgm:cxn modelId="{7F975299-E333-4221-9364-63E39221FAEC}" type="presOf" srcId="{DF2A72F7-808D-41E2-A00C-71DFDC907B7A}" destId="{B5C21338-25E0-416E-A20C-8E0F3608EB33}" srcOrd="0" destOrd="0" presId="urn:microsoft.com/office/officeart/2018/2/layout/IconVerticalSolidList"/>
    <dgm:cxn modelId="{564ADDA8-0074-443D-84B3-AED0E7F1F55C}" type="presOf" srcId="{6595480F-C128-4C79-8CCF-B2161FCCCCF4}" destId="{A222B39A-B93F-4C32-AD59-021F82815B5C}" srcOrd="0" destOrd="0" presId="urn:microsoft.com/office/officeart/2018/2/layout/IconVerticalSolidList"/>
    <dgm:cxn modelId="{A079B6B8-DC32-4844-BC53-D8F3308F9D79}" srcId="{D04B3F0F-BB08-40F6-A7A3-5CE657074BD7}" destId="{3D6F9A0B-0B00-456D-9DFB-B59A65E4526F}" srcOrd="0" destOrd="0" parTransId="{693900E4-507E-4E3C-B716-B409E1592AB8}" sibTransId="{557ABF04-EFAE-465C-B7BE-CF19A8586BB0}"/>
    <dgm:cxn modelId="{5F0692BB-31C8-4AB9-9C64-D1C11989B3A8}" srcId="{D04B3F0F-BB08-40F6-A7A3-5CE657074BD7}" destId="{F189E094-EE80-42F2-87E5-ED78973DBA65}" srcOrd="2" destOrd="0" parTransId="{11369509-4150-4619-86F5-819CB585C40E}" sibTransId="{60C68C5A-6A40-4EE0-BC1F-31B998925CD2}"/>
    <dgm:cxn modelId="{B5D0E52E-F15E-4595-BD40-E45D069E42EB}" type="presParOf" srcId="{D6A75A6F-12C9-4253-A1CC-854D514F9D23}" destId="{80F28463-ECFC-4625-8A78-E3E1F32FBAB0}" srcOrd="0" destOrd="0" presId="urn:microsoft.com/office/officeart/2018/2/layout/IconVerticalSolidList"/>
    <dgm:cxn modelId="{26E948FD-8693-4360-BDA3-46906EFAF247}" type="presParOf" srcId="{80F28463-ECFC-4625-8A78-E3E1F32FBAB0}" destId="{A9CBC997-01E4-4795-A2C9-1148CE37DD12}" srcOrd="0" destOrd="0" presId="urn:microsoft.com/office/officeart/2018/2/layout/IconVerticalSolidList"/>
    <dgm:cxn modelId="{3DB41C5F-54D9-4865-B12B-EE9308DCE041}" type="presParOf" srcId="{80F28463-ECFC-4625-8A78-E3E1F32FBAB0}" destId="{886E5DBB-6838-4781-B843-95E1A6B01BEB}" srcOrd="1" destOrd="0" presId="urn:microsoft.com/office/officeart/2018/2/layout/IconVerticalSolidList"/>
    <dgm:cxn modelId="{F986D504-5F87-431E-8C70-B6CEE5E56CA7}" type="presParOf" srcId="{80F28463-ECFC-4625-8A78-E3E1F32FBAB0}" destId="{9F818B5D-08FB-44EB-BB0B-17D97055CD90}" srcOrd="2" destOrd="0" presId="urn:microsoft.com/office/officeart/2018/2/layout/IconVerticalSolidList"/>
    <dgm:cxn modelId="{9D7E3EAF-0C6E-4213-9018-1DE2A8FFC868}" type="presParOf" srcId="{80F28463-ECFC-4625-8A78-E3E1F32FBAB0}" destId="{F1076573-1473-459F-8D4C-A0750F51287E}" srcOrd="3" destOrd="0" presId="urn:microsoft.com/office/officeart/2018/2/layout/IconVerticalSolidList"/>
    <dgm:cxn modelId="{22FED549-7E09-40FB-8488-1134B0F5745D}" type="presParOf" srcId="{D6A75A6F-12C9-4253-A1CC-854D514F9D23}" destId="{B997CCC9-39C2-43B5-BA9B-19281F23B5F4}" srcOrd="1" destOrd="0" presId="urn:microsoft.com/office/officeart/2018/2/layout/IconVerticalSolidList"/>
    <dgm:cxn modelId="{FE5C57A5-015E-4EB4-BC26-B836EB0E3B36}" type="presParOf" srcId="{D6A75A6F-12C9-4253-A1CC-854D514F9D23}" destId="{502BD34B-C52D-462A-966E-D9495B15B442}" srcOrd="2" destOrd="0" presId="urn:microsoft.com/office/officeart/2018/2/layout/IconVerticalSolidList"/>
    <dgm:cxn modelId="{9B4B3896-8578-44D7-A480-9C0890B2AA85}" type="presParOf" srcId="{502BD34B-C52D-462A-966E-D9495B15B442}" destId="{EC6A59D8-87AB-4521-95B2-0572499AE53F}" srcOrd="0" destOrd="0" presId="urn:microsoft.com/office/officeart/2018/2/layout/IconVerticalSolidList"/>
    <dgm:cxn modelId="{D6332E08-A8F0-4ED6-B4C0-0FC3CFE3B677}" type="presParOf" srcId="{502BD34B-C52D-462A-966E-D9495B15B442}" destId="{C3CAA1E5-EC03-4C7B-990E-EEB666430076}" srcOrd="1" destOrd="0" presId="urn:microsoft.com/office/officeart/2018/2/layout/IconVerticalSolidList"/>
    <dgm:cxn modelId="{3478EE08-6E90-466A-9304-59D5398312DC}" type="presParOf" srcId="{502BD34B-C52D-462A-966E-D9495B15B442}" destId="{33E4C7A0-120E-4D73-86F3-E99673B8BD17}" srcOrd="2" destOrd="0" presId="urn:microsoft.com/office/officeart/2018/2/layout/IconVerticalSolidList"/>
    <dgm:cxn modelId="{2946F846-41C8-4BD9-98EC-5D52366D2FC2}" type="presParOf" srcId="{502BD34B-C52D-462A-966E-D9495B15B442}" destId="{A222B39A-B93F-4C32-AD59-021F82815B5C}" srcOrd="3" destOrd="0" presId="urn:microsoft.com/office/officeart/2018/2/layout/IconVerticalSolidList"/>
    <dgm:cxn modelId="{3D2E8F15-A307-4BB2-BFF0-C9F42E82B10F}" type="presParOf" srcId="{D6A75A6F-12C9-4253-A1CC-854D514F9D23}" destId="{5E3A70FA-878F-4709-BF54-21746840C354}" srcOrd="3" destOrd="0" presId="urn:microsoft.com/office/officeart/2018/2/layout/IconVerticalSolidList"/>
    <dgm:cxn modelId="{31A72DB1-9F1F-43D0-809B-C6553BFB6166}" type="presParOf" srcId="{D6A75A6F-12C9-4253-A1CC-854D514F9D23}" destId="{637EABF3-BA29-43DF-A0D2-1105BE968A8F}" srcOrd="4" destOrd="0" presId="urn:microsoft.com/office/officeart/2018/2/layout/IconVerticalSolidList"/>
    <dgm:cxn modelId="{795BA86F-659F-4438-B97D-9559267F9215}" type="presParOf" srcId="{637EABF3-BA29-43DF-A0D2-1105BE968A8F}" destId="{506B3228-D8C4-4F74-9EDE-61A553EFECD5}" srcOrd="0" destOrd="0" presId="urn:microsoft.com/office/officeart/2018/2/layout/IconVerticalSolidList"/>
    <dgm:cxn modelId="{1B8CACEC-9552-425C-A9D3-72DF33758C77}" type="presParOf" srcId="{637EABF3-BA29-43DF-A0D2-1105BE968A8F}" destId="{8BC98F08-8002-4F00-A6CA-6ECA7562CDBE}" srcOrd="1" destOrd="0" presId="urn:microsoft.com/office/officeart/2018/2/layout/IconVerticalSolidList"/>
    <dgm:cxn modelId="{A0FEDC86-B0FD-4563-BF83-B66BD3B95DD8}" type="presParOf" srcId="{637EABF3-BA29-43DF-A0D2-1105BE968A8F}" destId="{15AA1724-6514-4E85-889B-CA2F66A0DCEB}" srcOrd="2" destOrd="0" presId="urn:microsoft.com/office/officeart/2018/2/layout/IconVerticalSolidList"/>
    <dgm:cxn modelId="{3A11452C-8E1C-417A-8111-00A378E1FB06}" type="presParOf" srcId="{637EABF3-BA29-43DF-A0D2-1105BE968A8F}" destId="{5CF7E0A4-96C4-4EAA-889A-41DC6EBB62E6}" srcOrd="3" destOrd="0" presId="urn:microsoft.com/office/officeart/2018/2/layout/IconVerticalSolidList"/>
    <dgm:cxn modelId="{2133DE83-F6FE-45D7-ABD6-F3DFB8865B39}" type="presParOf" srcId="{D6A75A6F-12C9-4253-A1CC-854D514F9D23}" destId="{214280F4-594D-45CF-BF50-FD76302C66F8}" srcOrd="5" destOrd="0" presId="urn:microsoft.com/office/officeart/2018/2/layout/IconVerticalSolidList"/>
    <dgm:cxn modelId="{8E894406-4F6C-4011-911E-5ACF46EC83D6}" type="presParOf" srcId="{D6A75A6F-12C9-4253-A1CC-854D514F9D23}" destId="{84E1C658-4F76-4660-A3E1-EE17882696F6}" srcOrd="6" destOrd="0" presId="urn:microsoft.com/office/officeart/2018/2/layout/IconVerticalSolidList"/>
    <dgm:cxn modelId="{A5B887D7-024C-4023-A0C9-F2D99A25D5CD}" type="presParOf" srcId="{84E1C658-4F76-4660-A3E1-EE17882696F6}" destId="{14C23E44-A5E5-44C0-9D69-022A25396E10}" srcOrd="0" destOrd="0" presId="urn:microsoft.com/office/officeart/2018/2/layout/IconVerticalSolidList"/>
    <dgm:cxn modelId="{B7EF761F-BEE3-45B6-B6E9-867CBFD2247B}" type="presParOf" srcId="{84E1C658-4F76-4660-A3E1-EE17882696F6}" destId="{26DD410D-163B-4100-84A2-3DDF70219543}" srcOrd="1" destOrd="0" presId="urn:microsoft.com/office/officeart/2018/2/layout/IconVerticalSolidList"/>
    <dgm:cxn modelId="{321D2FAE-46D3-41D3-A3C1-8E194A949FCD}" type="presParOf" srcId="{84E1C658-4F76-4660-A3E1-EE17882696F6}" destId="{6B0F8BE4-91DF-4F83-8AF1-4BD197F415A6}" srcOrd="2" destOrd="0" presId="urn:microsoft.com/office/officeart/2018/2/layout/IconVerticalSolidList"/>
    <dgm:cxn modelId="{91B4D7EA-2F37-4D59-BAE5-F8953F845A06}" type="presParOf" srcId="{84E1C658-4F76-4660-A3E1-EE17882696F6}" destId="{B5C21338-25E0-416E-A20C-8E0F3608EB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5FE5EF-CBD0-443F-B69F-CFA5BC2A76EA}"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6B041E6-9C07-4690-A67A-981BC3EB127C}">
      <dgm:prSet custT="1"/>
      <dgm:spPr/>
      <dgm:t>
        <a:bodyPr/>
        <a:lstStyle/>
        <a:p>
          <a:r>
            <a:rPr lang="en-US" sz="1700" dirty="0"/>
            <a:t>• </a:t>
          </a:r>
          <a:r>
            <a:rPr lang="en-US" sz="2000" dirty="0"/>
            <a:t>Web-based medicine reminder application</a:t>
          </a:r>
          <a:r>
            <a:rPr lang="en-US" sz="1700" dirty="0"/>
            <a:t>.</a:t>
          </a:r>
        </a:p>
      </dgm:t>
    </dgm:pt>
    <dgm:pt modelId="{2A81A811-8023-4B36-91CF-F046ADF67D8A}" type="parTrans" cxnId="{32074F44-181F-45CC-AA35-AF93E28C53B1}">
      <dgm:prSet/>
      <dgm:spPr/>
      <dgm:t>
        <a:bodyPr/>
        <a:lstStyle/>
        <a:p>
          <a:endParaRPr lang="en-US"/>
        </a:p>
      </dgm:t>
    </dgm:pt>
    <dgm:pt modelId="{DA740A32-A38C-46C9-ABFF-358EB4E8ED11}" type="sibTrans" cxnId="{32074F44-181F-45CC-AA35-AF93E28C53B1}">
      <dgm:prSet/>
      <dgm:spPr/>
      <dgm:t>
        <a:bodyPr/>
        <a:lstStyle/>
        <a:p>
          <a:endParaRPr lang="en-US"/>
        </a:p>
      </dgm:t>
    </dgm:pt>
    <dgm:pt modelId="{FC2FCAD0-6434-4E06-A2BE-5F75789FC065}">
      <dgm:prSet custT="1"/>
      <dgm:spPr/>
      <dgm:t>
        <a:bodyPr/>
        <a:lstStyle/>
        <a:p>
          <a:r>
            <a:rPr lang="en-US" sz="2000" dirty="0"/>
            <a:t>• Users can add medicine name and schedule.</a:t>
          </a:r>
        </a:p>
      </dgm:t>
    </dgm:pt>
    <dgm:pt modelId="{A32A84AB-E8C2-4D15-AA2C-9775387C721E}" type="parTrans" cxnId="{777145AF-B44A-4B19-91CE-4928069765A1}">
      <dgm:prSet/>
      <dgm:spPr/>
      <dgm:t>
        <a:bodyPr/>
        <a:lstStyle/>
        <a:p>
          <a:endParaRPr lang="en-US"/>
        </a:p>
      </dgm:t>
    </dgm:pt>
    <dgm:pt modelId="{D6B84960-AD6E-4511-9385-453F34DB0907}" type="sibTrans" cxnId="{777145AF-B44A-4B19-91CE-4928069765A1}">
      <dgm:prSet/>
      <dgm:spPr/>
      <dgm:t>
        <a:bodyPr/>
        <a:lstStyle/>
        <a:p>
          <a:endParaRPr lang="en-US"/>
        </a:p>
      </dgm:t>
    </dgm:pt>
    <dgm:pt modelId="{A4D06CF3-72D0-42B2-9B80-430D98CD6869}">
      <dgm:prSet/>
      <dgm:spPr/>
      <dgm:t>
        <a:bodyPr/>
        <a:lstStyle/>
        <a:p>
          <a:r>
            <a:rPr lang="en-US"/>
            <a:t>• System automatically checks time.</a:t>
          </a:r>
        </a:p>
      </dgm:t>
    </dgm:pt>
    <dgm:pt modelId="{A03D7DD1-04F2-4BE3-AE78-1EC1B4D48C16}" type="parTrans" cxnId="{2563CBE3-F901-4011-9F8E-AA6279BAFE7F}">
      <dgm:prSet/>
      <dgm:spPr/>
      <dgm:t>
        <a:bodyPr/>
        <a:lstStyle/>
        <a:p>
          <a:endParaRPr lang="en-US"/>
        </a:p>
      </dgm:t>
    </dgm:pt>
    <dgm:pt modelId="{EA12AC9E-F70E-4873-B442-991C13624898}" type="sibTrans" cxnId="{2563CBE3-F901-4011-9F8E-AA6279BAFE7F}">
      <dgm:prSet/>
      <dgm:spPr/>
      <dgm:t>
        <a:bodyPr/>
        <a:lstStyle/>
        <a:p>
          <a:endParaRPr lang="en-US"/>
        </a:p>
      </dgm:t>
    </dgm:pt>
    <dgm:pt modelId="{2CF02276-19A5-4D85-8B46-328B5DCF9138}">
      <dgm:prSet/>
      <dgm:spPr/>
      <dgm:t>
        <a:bodyPr/>
        <a:lstStyle/>
        <a:p>
          <a:r>
            <a:rPr lang="en-US"/>
            <a:t>• Notification alerts remind users.</a:t>
          </a:r>
        </a:p>
      </dgm:t>
    </dgm:pt>
    <dgm:pt modelId="{EF14AA87-AB3E-4E42-B72D-E44789BE4E78}" type="parTrans" cxnId="{AFC41069-DC71-4CCD-B97C-3706E2A489B6}">
      <dgm:prSet/>
      <dgm:spPr/>
      <dgm:t>
        <a:bodyPr/>
        <a:lstStyle/>
        <a:p>
          <a:endParaRPr lang="en-US"/>
        </a:p>
      </dgm:t>
    </dgm:pt>
    <dgm:pt modelId="{69D50786-D83E-4FE5-A364-B91949763A9C}" type="sibTrans" cxnId="{AFC41069-DC71-4CCD-B97C-3706E2A489B6}">
      <dgm:prSet/>
      <dgm:spPr/>
      <dgm:t>
        <a:bodyPr/>
        <a:lstStyle/>
        <a:p>
          <a:endParaRPr lang="en-US"/>
        </a:p>
      </dgm:t>
    </dgm:pt>
    <dgm:pt modelId="{69C4B4A3-F3D3-4BB8-B2D5-2DC9A0988449}" type="pres">
      <dgm:prSet presAssocID="{875FE5EF-CBD0-443F-B69F-CFA5BC2A76EA}" presName="root" presStyleCnt="0">
        <dgm:presLayoutVars>
          <dgm:dir/>
          <dgm:resizeHandles val="exact"/>
        </dgm:presLayoutVars>
      </dgm:prSet>
      <dgm:spPr/>
    </dgm:pt>
    <dgm:pt modelId="{248E76F9-45FE-46C4-AEBF-13B87AFB5D18}" type="pres">
      <dgm:prSet presAssocID="{26B041E6-9C07-4690-A67A-981BC3EB127C}" presName="compNode" presStyleCnt="0"/>
      <dgm:spPr/>
    </dgm:pt>
    <dgm:pt modelId="{48418AFB-51FD-4D01-98D7-231A41302814}" type="pres">
      <dgm:prSet presAssocID="{26B041E6-9C07-4690-A67A-981BC3EB127C}" presName="iconRect" presStyleLbl="node1" presStyleIdx="0" presStyleCnt="4" custLinFactNeighborX="4138" custLinFactNeighborY="1072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ell"/>
        </a:ext>
      </dgm:extLst>
    </dgm:pt>
    <dgm:pt modelId="{99A4DDC5-D880-42F4-977F-5ECC83F5EB4B}" type="pres">
      <dgm:prSet presAssocID="{26B041E6-9C07-4690-A67A-981BC3EB127C}" presName="spaceRect" presStyleCnt="0"/>
      <dgm:spPr/>
    </dgm:pt>
    <dgm:pt modelId="{BAF3C393-8FC5-440B-BBED-B73BF613527D}" type="pres">
      <dgm:prSet presAssocID="{26B041E6-9C07-4690-A67A-981BC3EB127C}" presName="textRect" presStyleLbl="revTx" presStyleIdx="0" presStyleCnt="4">
        <dgm:presLayoutVars>
          <dgm:chMax val="1"/>
          <dgm:chPref val="1"/>
        </dgm:presLayoutVars>
      </dgm:prSet>
      <dgm:spPr/>
    </dgm:pt>
    <dgm:pt modelId="{CE2730B5-07A1-452A-850A-723D030A27DE}" type="pres">
      <dgm:prSet presAssocID="{DA740A32-A38C-46C9-ABFF-358EB4E8ED11}" presName="sibTrans" presStyleCnt="0"/>
      <dgm:spPr/>
    </dgm:pt>
    <dgm:pt modelId="{B17AED89-F72A-45F6-9573-147E50E19DBC}" type="pres">
      <dgm:prSet presAssocID="{FC2FCAD0-6434-4E06-A2BE-5F75789FC065}" presName="compNode" presStyleCnt="0"/>
      <dgm:spPr/>
    </dgm:pt>
    <dgm:pt modelId="{EB6143D2-A521-413C-839A-98CFC730356E}" type="pres">
      <dgm:prSet presAssocID="{FC2FCAD0-6434-4E06-A2BE-5F75789FC06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F041DF95-B150-4DD3-86CC-8BF59423CA31}" type="pres">
      <dgm:prSet presAssocID="{FC2FCAD0-6434-4E06-A2BE-5F75789FC065}" presName="spaceRect" presStyleCnt="0"/>
      <dgm:spPr/>
    </dgm:pt>
    <dgm:pt modelId="{F31569B2-9B8A-426B-948A-D35F94CB29E9}" type="pres">
      <dgm:prSet presAssocID="{FC2FCAD0-6434-4E06-A2BE-5F75789FC065}" presName="textRect" presStyleLbl="revTx" presStyleIdx="1" presStyleCnt="4">
        <dgm:presLayoutVars>
          <dgm:chMax val="1"/>
          <dgm:chPref val="1"/>
        </dgm:presLayoutVars>
      </dgm:prSet>
      <dgm:spPr/>
    </dgm:pt>
    <dgm:pt modelId="{4308C2F3-B5C9-4A40-B105-D1F07ABE53CA}" type="pres">
      <dgm:prSet presAssocID="{D6B84960-AD6E-4511-9385-453F34DB0907}" presName="sibTrans" presStyleCnt="0"/>
      <dgm:spPr/>
    </dgm:pt>
    <dgm:pt modelId="{4C631081-AAB4-49E9-A370-45F9D5C10BC7}" type="pres">
      <dgm:prSet presAssocID="{A4D06CF3-72D0-42B2-9B80-430D98CD6869}" presName="compNode" presStyleCnt="0"/>
      <dgm:spPr/>
    </dgm:pt>
    <dgm:pt modelId="{7D35B106-2056-4539-9BA8-539C8BF6C873}" type="pres">
      <dgm:prSet presAssocID="{A4D06CF3-72D0-42B2-9B80-430D98CD686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nk Check"/>
        </a:ext>
      </dgm:extLst>
    </dgm:pt>
    <dgm:pt modelId="{40C18C69-BC35-423E-9FC8-61B61DDAC0F6}" type="pres">
      <dgm:prSet presAssocID="{A4D06CF3-72D0-42B2-9B80-430D98CD6869}" presName="spaceRect" presStyleCnt="0"/>
      <dgm:spPr/>
    </dgm:pt>
    <dgm:pt modelId="{9D90392E-6BCB-4D30-92EA-3D40A4E29C09}" type="pres">
      <dgm:prSet presAssocID="{A4D06CF3-72D0-42B2-9B80-430D98CD6869}" presName="textRect" presStyleLbl="revTx" presStyleIdx="2" presStyleCnt="4">
        <dgm:presLayoutVars>
          <dgm:chMax val="1"/>
          <dgm:chPref val="1"/>
        </dgm:presLayoutVars>
      </dgm:prSet>
      <dgm:spPr/>
    </dgm:pt>
    <dgm:pt modelId="{407A9F50-9622-41B7-AA27-AEAFAF6DF6F3}" type="pres">
      <dgm:prSet presAssocID="{EA12AC9E-F70E-4873-B442-991C13624898}" presName="sibTrans" presStyleCnt="0"/>
      <dgm:spPr/>
    </dgm:pt>
    <dgm:pt modelId="{FA27ACBF-FF88-4572-899B-EA6F4AFD4680}" type="pres">
      <dgm:prSet presAssocID="{2CF02276-19A5-4D85-8B46-328B5DCF9138}" presName="compNode" presStyleCnt="0"/>
      <dgm:spPr/>
    </dgm:pt>
    <dgm:pt modelId="{42337520-B5DA-4F40-AB05-C9C3C7C89791}" type="pres">
      <dgm:prSet presAssocID="{2CF02276-19A5-4D85-8B46-328B5DCF9138}"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nger"/>
        </a:ext>
      </dgm:extLst>
    </dgm:pt>
    <dgm:pt modelId="{BFA5A2E7-6305-4A05-880A-221AD470569B}" type="pres">
      <dgm:prSet presAssocID="{2CF02276-19A5-4D85-8B46-328B5DCF9138}" presName="spaceRect" presStyleCnt="0"/>
      <dgm:spPr/>
    </dgm:pt>
    <dgm:pt modelId="{41ABC128-845A-43C8-91FF-958E2237F33A}" type="pres">
      <dgm:prSet presAssocID="{2CF02276-19A5-4D85-8B46-328B5DCF9138}" presName="textRect" presStyleLbl="revTx" presStyleIdx="3" presStyleCnt="4">
        <dgm:presLayoutVars>
          <dgm:chMax val="1"/>
          <dgm:chPref val="1"/>
        </dgm:presLayoutVars>
      </dgm:prSet>
      <dgm:spPr/>
    </dgm:pt>
  </dgm:ptLst>
  <dgm:cxnLst>
    <dgm:cxn modelId="{2AED7329-F0A3-478B-A97C-8982FC4B3BC9}" type="presOf" srcId="{875FE5EF-CBD0-443F-B69F-CFA5BC2A76EA}" destId="{69C4B4A3-F3D3-4BB8-B2D5-2DC9A0988449}" srcOrd="0" destOrd="0" presId="urn:microsoft.com/office/officeart/2018/2/layout/IconLabelList"/>
    <dgm:cxn modelId="{32074F44-181F-45CC-AA35-AF93E28C53B1}" srcId="{875FE5EF-CBD0-443F-B69F-CFA5BC2A76EA}" destId="{26B041E6-9C07-4690-A67A-981BC3EB127C}" srcOrd="0" destOrd="0" parTransId="{2A81A811-8023-4B36-91CF-F046ADF67D8A}" sibTransId="{DA740A32-A38C-46C9-ABFF-358EB4E8ED11}"/>
    <dgm:cxn modelId="{AFC41069-DC71-4CCD-B97C-3706E2A489B6}" srcId="{875FE5EF-CBD0-443F-B69F-CFA5BC2A76EA}" destId="{2CF02276-19A5-4D85-8B46-328B5DCF9138}" srcOrd="3" destOrd="0" parTransId="{EF14AA87-AB3E-4E42-B72D-E44789BE4E78}" sibTransId="{69D50786-D83E-4FE5-A364-B91949763A9C}"/>
    <dgm:cxn modelId="{7D292F6F-5417-44BA-9A77-24C7B0CBBF68}" type="presOf" srcId="{2CF02276-19A5-4D85-8B46-328B5DCF9138}" destId="{41ABC128-845A-43C8-91FF-958E2237F33A}" srcOrd="0" destOrd="0" presId="urn:microsoft.com/office/officeart/2018/2/layout/IconLabelList"/>
    <dgm:cxn modelId="{C7B4CC73-CE5E-4D52-B593-1FBDDD06479A}" type="presOf" srcId="{A4D06CF3-72D0-42B2-9B80-430D98CD6869}" destId="{9D90392E-6BCB-4D30-92EA-3D40A4E29C09}" srcOrd="0" destOrd="0" presId="urn:microsoft.com/office/officeart/2018/2/layout/IconLabelList"/>
    <dgm:cxn modelId="{283F5258-E43D-453C-B5F0-22E9C213F1C6}" type="presOf" srcId="{FC2FCAD0-6434-4E06-A2BE-5F75789FC065}" destId="{F31569B2-9B8A-426B-948A-D35F94CB29E9}" srcOrd="0" destOrd="0" presId="urn:microsoft.com/office/officeart/2018/2/layout/IconLabelList"/>
    <dgm:cxn modelId="{E8EE247F-B38F-4371-8AFB-EE94E7290A95}" type="presOf" srcId="{26B041E6-9C07-4690-A67A-981BC3EB127C}" destId="{BAF3C393-8FC5-440B-BBED-B73BF613527D}" srcOrd="0" destOrd="0" presId="urn:microsoft.com/office/officeart/2018/2/layout/IconLabelList"/>
    <dgm:cxn modelId="{777145AF-B44A-4B19-91CE-4928069765A1}" srcId="{875FE5EF-CBD0-443F-B69F-CFA5BC2A76EA}" destId="{FC2FCAD0-6434-4E06-A2BE-5F75789FC065}" srcOrd="1" destOrd="0" parTransId="{A32A84AB-E8C2-4D15-AA2C-9775387C721E}" sibTransId="{D6B84960-AD6E-4511-9385-453F34DB0907}"/>
    <dgm:cxn modelId="{2563CBE3-F901-4011-9F8E-AA6279BAFE7F}" srcId="{875FE5EF-CBD0-443F-B69F-CFA5BC2A76EA}" destId="{A4D06CF3-72D0-42B2-9B80-430D98CD6869}" srcOrd="2" destOrd="0" parTransId="{A03D7DD1-04F2-4BE3-AE78-1EC1B4D48C16}" sibTransId="{EA12AC9E-F70E-4873-B442-991C13624898}"/>
    <dgm:cxn modelId="{82A168AB-7640-4968-A367-1177B4F165F4}" type="presParOf" srcId="{69C4B4A3-F3D3-4BB8-B2D5-2DC9A0988449}" destId="{248E76F9-45FE-46C4-AEBF-13B87AFB5D18}" srcOrd="0" destOrd="0" presId="urn:microsoft.com/office/officeart/2018/2/layout/IconLabelList"/>
    <dgm:cxn modelId="{D771EEE5-DB9F-43E7-9F48-77521CDD4468}" type="presParOf" srcId="{248E76F9-45FE-46C4-AEBF-13B87AFB5D18}" destId="{48418AFB-51FD-4D01-98D7-231A41302814}" srcOrd="0" destOrd="0" presId="urn:microsoft.com/office/officeart/2018/2/layout/IconLabelList"/>
    <dgm:cxn modelId="{6286CA87-2D47-4633-B1F1-3FA8A6CB0E8D}" type="presParOf" srcId="{248E76F9-45FE-46C4-AEBF-13B87AFB5D18}" destId="{99A4DDC5-D880-42F4-977F-5ECC83F5EB4B}" srcOrd="1" destOrd="0" presId="urn:microsoft.com/office/officeart/2018/2/layout/IconLabelList"/>
    <dgm:cxn modelId="{59F9ACB7-2A4D-473C-8618-74C083BCA93F}" type="presParOf" srcId="{248E76F9-45FE-46C4-AEBF-13B87AFB5D18}" destId="{BAF3C393-8FC5-440B-BBED-B73BF613527D}" srcOrd="2" destOrd="0" presId="urn:microsoft.com/office/officeart/2018/2/layout/IconLabelList"/>
    <dgm:cxn modelId="{660C47C3-4E9D-496A-A46C-D8CC42297952}" type="presParOf" srcId="{69C4B4A3-F3D3-4BB8-B2D5-2DC9A0988449}" destId="{CE2730B5-07A1-452A-850A-723D030A27DE}" srcOrd="1" destOrd="0" presId="urn:microsoft.com/office/officeart/2018/2/layout/IconLabelList"/>
    <dgm:cxn modelId="{49C78B70-E4B6-44E6-A7FA-55F046E42C22}" type="presParOf" srcId="{69C4B4A3-F3D3-4BB8-B2D5-2DC9A0988449}" destId="{B17AED89-F72A-45F6-9573-147E50E19DBC}" srcOrd="2" destOrd="0" presId="urn:microsoft.com/office/officeart/2018/2/layout/IconLabelList"/>
    <dgm:cxn modelId="{468D5A96-D122-4E15-880D-06997DBF41BF}" type="presParOf" srcId="{B17AED89-F72A-45F6-9573-147E50E19DBC}" destId="{EB6143D2-A521-413C-839A-98CFC730356E}" srcOrd="0" destOrd="0" presId="urn:microsoft.com/office/officeart/2018/2/layout/IconLabelList"/>
    <dgm:cxn modelId="{6AAD9AA5-4FF7-4A97-AD0B-A498D1993E27}" type="presParOf" srcId="{B17AED89-F72A-45F6-9573-147E50E19DBC}" destId="{F041DF95-B150-4DD3-86CC-8BF59423CA31}" srcOrd="1" destOrd="0" presId="urn:microsoft.com/office/officeart/2018/2/layout/IconLabelList"/>
    <dgm:cxn modelId="{A7C5A86A-B879-475F-93EB-89504385BE98}" type="presParOf" srcId="{B17AED89-F72A-45F6-9573-147E50E19DBC}" destId="{F31569B2-9B8A-426B-948A-D35F94CB29E9}" srcOrd="2" destOrd="0" presId="urn:microsoft.com/office/officeart/2018/2/layout/IconLabelList"/>
    <dgm:cxn modelId="{E655A1F3-6C85-4A41-8F8D-CF28F3415510}" type="presParOf" srcId="{69C4B4A3-F3D3-4BB8-B2D5-2DC9A0988449}" destId="{4308C2F3-B5C9-4A40-B105-D1F07ABE53CA}" srcOrd="3" destOrd="0" presId="urn:microsoft.com/office/officeart/2018/2/layout/IconLabelList"/>
    <dgm:cxn modelId="{1767C65F-9DB4-40A7-962E-726DCAA13C7D}" type="presParOf" srcId="{69C4B4A3-F3D3-4BB8-B2D5-2DC9A0988449}" destId="{4C631081-AAB4-49E9-A370-45F9D5C10BC7}" srcOrd="4" destOrd="0" presId="urn:microsoft.com/office/officeart/2018/2/layout/IconLabelList"/>
    <dgm:cxn modelId="{B5159596-50CE-4653-8735-35399476B358}" type="presParOf" srcId="{4C631081-AAB4-49E9-A370-45F9D5C10BC7}" destId="{7D35B106-2056-4539-9BA8-539C8BF6C873}" srcOrd="0" destOrd="0" presId="urn:microsoft.com/office/officeart/2018/2/layout/IconLabelList"/>
    <dgm:cxn modelId="{7101F47A-4EC9-437E-BC9D-B79345BE7539}" type="presParOf" srcId="{4C631081-AAB4-49E9-A370-45F9D5C10BC7}" destId="{40C18C69-BC35-423E-9FC8-61B61DDAC0F6}" srcOrd="1" destOrd="0" presId="urn:microsoft.com/office/officeart/2018/2/layout/IconLabelList"/>
    <dgm:cxn modelId="{29878579-B3A0-4EC6-82F4-3B0AE56A6414}" type="presParOf" srcId="{4C631081-AAB4-49E9-A370-45F9D5C10BC7}" destId="{9D90392E-6BCB-4D30-92EA-3D40A4E29C09}" srcOrd="2" destOrd="0" presId="urn:microsoft.com/office/officeart/2018/2/layout/IconLabelList"/>
    <dgm:cxn modelId="{C74BAFDB-1C09-4478-955D-C3F1E8027DB0}" type="presParOf" srcId="{69C4B4A3-F3D3-4BB8-B2D5-2DC9A0988449}" destId="{407A9F50-9622-41B7-AA27-AEAFAF6DF6F3}" srcOrd="5" destOrd="0" presId="urn:microsoft.com/office/officeart/2018/2/layout/IconLabelList"/>
    <dgm:cxn modelId="{BAFB9629-5CC5-4781-A3A5-C8EF3DBC3319}" type="presParOf" srcId="{69C4B4A3-F3D3-4BB8-B2D5-2DC9A0988449}" destId="{FA27ACBF-FF88-4572-899B-EA6F4AFD4680}" srcOrd="6" destOrd="0" presId="urn:microsoft.com/office/officeart/2018/2/layout/IconLabelList"/>
    <dgm:cxn modelId="{7DD35C70-F3B1-4477-82ED-283BB91DA148}" type="presParOf" srcId="{FA27ACBF-FF88-4572-899B-EA6F4AFD4680}" destId="{42337520-B5DA-4F40-AB05-C9C3C7C89791}" srcOrd="0" destOrd="0" presId="urn:microsoft.com/office/officeart/2018/2/layout/IconLabelList"/>
    <dgm:cxn modelId="{C6656181-659B-4C48-8337-D6AC21EE7B1D}" type="presParOf" srcId="{FA27ACBF-FF88-4572-899B-EA6F4AFD4680}" destId="{BFA5A2E7-6305-4A05-880A-221AD470569B}" srcOrd="1" destOrd="0" presId="urn:microsoft.com/office/officeart/2018/2/layout/IconLabelList"/>
    <dgm:cxn modelId="{5F14AE9C-3916-48C9-8A0C-08D18121E782}" type="presParOf" srcId="{FA27ACBF-FF88-4572-899B-EA6F4AFD4680}" destId="{41ABC128-845A-43C8-91FF-958E2237F33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C12D25A-97DC-4D63-B46B-EA92BEFBA17A}"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CB69BB27-E7FB-47F2-A906-3450412B85F8}">
      <dgm:prSet/>
      <dgm:spPr/>
      <dgm:t>
        <a:bodyPr/>
        <a:lstStyle/>
        <a:p>
          <a:pPr>
            <a:lnSpc>
              <a:spcPct val="100000"/>
            </a:lnSpc>
          </a:pPr>
          <a:r>
            <a:rPr lang="en-US" dirty="0"/>
            <a:t>• Simple and user friendly interface</a:t>
          </a:r>
        </a:p>
      </dgm:t>
    </dgm:pt>
    <dgm:pt modelId="{A522395F-ABFC-45D5-9F57-3D6CFE4C205F}" type="parTrans" cxnId="{C44DE176-8864-448D-A2BF-61C4D9F0C21C}">
      <dgm:prSet/>
      <dgm:spPr/>
      <dgm:t>
        <a:bodyPr/>
        <a:lstStyle/>
        <a:p>
          <a:endParaRPr lang="en-US"/>
        </a:p>
      </dgm:t>
    </dgm:pt>
    <dgm:pt modelId="{3BB3E68C-1492-4B31-8B46-9E7821426E36}" type="sibTrans" cxnId="{C44DE176-8864-448D-A2BF-61C4D9F0C21C}">
      <dgm:prSet/>
      <dgm:spPr/>
      <dgm:t>
        <a:bodyPr/>
        <a:lstStyle/>
        <a:p>
          <a:endParaRPr lang="en-US"/>
        </a:p>
      </dgm:t>
    </dgm:pt>
    <dgm:pt modelId="{FAA5615F-3831-4EAA-9652-455B3A6C8FC3}">
      <dgm:prSet/>
      <dgm:spPr/>
      <dgm:t>
        <a:bodyPr/>
        <a:lstStyle/>
        <a:p>
          <a:pPr>
            <a:lnSpc>
              <a:spcPct val="100000"/>
            </a:lnSpc>
          </a:pPr>
          <a:r>
            <a:rPr lang="en-US"/>
            <a:t>• Automated medicine reminders</a:t>
          </a:r>
        </a:p>
      </dgm:t>
    </dgm:pt>
    <dgm:pt modelId="{D8EE3ED8-BB7F-4AE6-83F4-5099FD28FC5F}" type="parTrans" cxnId="{39FBABBF-1DE0-43C2-8DC3-DEAF912807EF}">
      <dgm:prSet/>
      <dgm:spPr/>
      <dgm:t>
        <a:bodyPr/>
        <a:lstStyle/>
        <a:p>
          <a:endParaRPr lang="en-US"/>
        </a:p>
      </dgm:t>
    </dgm:pt>
    <dgm:pt modelId="{D6304A92-486A-4E19-BCF1-D5386C83188F}" type="sibTrans" cxnId="{39FBABBF-1DE0-43C2-8DC3-DEAF912807EF}">
      <dgm:prSet/>
      <dgm:spPr/>
      <dgm:t>
        <a:bodyPr/>
        <a:lstStyle/>
        <a:p>
          <a:endParaRPr lang="en-US"/>
        </a:p>
      </dgm:t>
    </dgm:pt>
    <dgm:pt modelId="{FF0A484B-4F3B-4B80-80B9-315A4020B664}">
      <dgm:prSet/>
      <dgm:spPr/>
      <dgm:t>
        <a:bodyPr/>
        <a:lstStyle/>
        <a:p>
          <a:pPr>
            <a:lnSpc>
              <a:spcPct val="100000"/>
            </a:lnSpc>
          </a:pPr>
          <a:r>
            <a:rPr lang="en-US"/>
            <a:t>• Web based accessibility</a:t>
          </a:r>
        </a:p>
      </dgm:t>
    </dgm:pt>
    <dgm:pt modelId="{8918AF43-3504-4500-B8CD-93F94B5E4464}" type="parTrans" cxnId="{BE8B2472-0862-4D31-8BDB-441BF5F0FC18}">
      <dgm:prSet/>
      <dgm:spPr/>
      <dgm:t>
        <a:bodyPr/>
        <a:lstStyle/>
        <a:p>
          <a:endParaRPr lang="en-US"/>
        </a:p>
      </dgm:t>
    </dgm:pt>
    <dgm:pt modelId="{3957B42E-0860-49A1-A32B-2FE5767CA03E}" type="sibTrans" cxnId="{BE8B2472-0862-4D31-8BDB-441BF5F0FC18}">
      <dgm:prSet/>
      <dgm:spPr/>
      <dgm:t>
        <a:bodyPr/>
        <a:lstStyle/>
        <a:p>
          <a:endParaRPr lang="en-US"/>
        </a:p>
      </dgm:t>
    </dgm:pt>
    <dgm:pt modelId="{E59136C2-C6BE-4BAF-80B5-5F100267FCB7}">
      <dgm:prSet/>
      <dgm:spPr/>
      <dgm:t>
        <a:bodyPr/>
        <a:lstStyle/>
        <a:p>
          <a:pPr>
            <a:lnSpc>
              <a:spcPct val="100000"/>
            </a:lnSpc>
          </a:pPr>
          <a:r>
            <a:rPr lang="en-US"/>
            <a:t>• Helps users maintain medication discipline</a:t>
          </a:r>
        </a:p>
      </dgm:t>
    </dgm:pt>
    <dgm:pt modelId="{ABB4F90C-5592-4612-BD1A-096C5AB3438D}" type="parTrans" cxnId="{46D40FF2-4727-4B47-8002-DD5FD8B217A7}">
      <dgm:prSet/>
      <dgm:spPr/>
      <dgm:t>
        <a:bodyPr/>
        <a:lstStyle/>
        <a:p>
          <a:endParaRPr lang="en-US"/>
        </a:p>
      </dgm:t>
    </dgm:pt>
    <dgm:pt modelId="{194EA74E-2879-4639-999A-47276BC070BC}" type="sibTrans" cxnId="{46D40FF2-4727-4B47-8002-DD5FD8B217A7}">
      <dgm:prSet/>
      <dgm:spPr/>
      <dgm:t>
        <a:bodyPr/>
        <a:lstStyle/>
        <a:p>
          <a:endParaRPr lang="en-US"/>
        </a:p>
      </dgm:t>
    </dgm:pt>
    <dgm:pt modelId="{F20EED5A-2699-4CBB-84C8-9F16A25FB3E9}" type="pres">
      <dgm:prSet presAssocID="{0C12D25A-97DC-4D63-B46B-EA92BEFBA17A}" presName="root" presStyleCnt="0">
        <dgm:presLayoutVars>
          <dgm:dir/>
          <dgm:resizeHandles val="exact"/>
        </dgm:presLayoutVars>
      </dgm:prSet>
      <dgm:spPr/>
    </dgm:pt>
    <dgm:pt modelId="{1AE8BE73-DB62-4162-B4CB-10012623D4B1}" type="pres">
      <dgm:prSet presAssocID="{CB69BB27-E7FB-47F2-A906-3450412B85F8}" presName="compNode" presStyleCnt="0"/>
      <dgm:spPr/>
    </dgm:pt>
    <dgm:pt modelId="{5E757DFC-D90F-426E-B917-341271445132}" type="pres">
      <dgm:prSet presAssocID="{CB69BB27-E7FB-47F2-A906-3450412B85F8}" presName="bgRect" presStyleLbl="bgShp" presStyleIdx="0" presStyleCnt="4"/>
      <dgm:spPr/>
    </dgm:pt>
    <dgm:pt modelId="{6BB05F65-F2E4-40E5-9382-BF557AE6C306}" type="pres">
      <dgm:prSet presAssocID="{CB69BB27-E7FB-47F2-A906-3450412B85F8}"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eb Design"/>
        </a:ext>
      </dgm:extLst>
    </dgm:pt>
    <dgm:pt modelId="{16DC338F-1C92-4E20-A89A-40064D673504}" type="pres">
      <dgm:prSet presAssocID="{CB69BB27-E7FB-47F2-A906-3450412B85F8}" presName="spaceRect" presStyleCnt="0"/>
      <dgm:spPr/>
    </dgm:pt>
    <dgm:pt modelId="{C58E5472-2395-4F8B-B6E3-DFC1048EFD06}" type="pres">
      <dgm:prSet presAssocID="{CB69BB27-E7FB-47F2-A906-3450412B85F8}" presName="parTx" presStyleLbl="revTx" presStyleIdx="0" presStyleCnt="4">
        <dgm:presLayoutVars>
          <dgm:chMax val="0"/>
          <dgm:chPref val="0"/>
        </dgm:presLayoutVars>
      </dgm:prSet>
      <dgm:spPr/>
    </dgm:pt>
    <dgm:pt modelId="{9113E03B-42DC-40D1-8A30-6FCEF8F86BC6}" type="pres">
      <dgm:prSet presAssocID="{3BB3E68C-1492-4B31-8B46-9E7821426E36}" presName="sibTrans" presStyleCnt="0"/>
      <dgm:spPr/>
    </dgm:pt>
    <dgm:pt modelId="{EA76D7E4-5C91-4440-BAEE-9C74E5C477E1}" type="pres">
      <dgm:prSet presAssocID="{FAA5615F-3831-4EAA-9652-455B3A6C8FC3}" presName="compNode" presStyleCnt="0"/>
      <dgm:spPr/>
    </dgm:pt>
    <dgm:pt modelId="{0233D0C5-BA98-4CA3-BF47-9D72BC7D51B0}" type="pres">
      <dgm:prSet presAssocID="{FAA5615F-3831-4EAA-9652-455B3A6C8FC3}" presName="bgRect" presStyleLbl="bgShp" presStyleIdx="1" presStyleCnt="4"/>
      <dgm:spPr/>
    </dgm:pt>
    <dgm:pt modelId="{C25CD15A-D45F-4E0C-81B0-B5A510C367F0}" type="pres">
      <dgm:prSet presAssocID="{FAA5615F-3831-4EAA-9652-455B3A6C8FC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ll"/>
        </a:ext>
      </dgm:extLst>
    </dgm:pt>
    <dgm:pt modelId="{BB0CD565-16D1-4248-A7FC-34DC70D19A5D}" type="pres">
      <dgm:prSet presAssocID="{FAA5615F-3831-4EAA-9652-455B3A6C8FC3}" presName="spaceRect" presStyleCnt="0"/>
      <dgm:spPr/>
    </dgm:pt>
    <dgm:pt modelId="{708F4BA7-9CA5-4589-A866-AE768298FFE8}" type="pres">
      <dgm:prSet presAssocID="{FAA5615F-3831-4EAA-9652-455B3A6C8FC3}" presName="parTx" presStyleLbl="revTx" presStyleIdx="1" presStyleCnt="4">
        <dgm:presLayoutVars>
          <dgm:chMax val="0"/>
          <dgm:chPref val="0"/>
        </dgm:presLayoutVars>
      </dgm:prSet>
      <dgm:spPr/>
    </dgm:pt>
    <dgm:pt modelId="{3E999D49-679E-4385-A9A6-17E0F478444E}" type="pres">
      <dgm:prSet presAssocID="{D6304A92-486A-4E19-BCF1-D5386C83188F}" presName="sibTrans" presStyleCnt="0"/>
      <dgm:spPr/>
    </dgm:pt>
    <dgm:pt modelId="{B25E3829-1B28-4836-ABF1-69C5ED4CCB41}" type="pres">
      <dgm:prSet presAssocID="{FF0A484B-4F3B-4B80-80B9-315A4020B664}" presName="compNode" presStyleCnt="0"/>
      <dgm:spPr/>
    </dgm:pt>
    <dgm:pt modelId="{4937C1E9-D52E-409F-B4E7-DA54FD2C71A9}" type="pres">
      <dgm:prSet presAssocID="{FF0A484B-4F3B-4B80-80B9-315A4020B664}" presName="bgRect" presStyleLbl="bgShp" presStyleIdx="2" presStyleCnt="4"/>
      <dgm:spPr/>
    </dgm:pt>
    <dgm:pt modelId="{5461B07F-1768-47F5-8BBD-87EF3153CDE2}" type="pres">
      <dgm:prSet presAssocID="{FF0A484B-4F3B-4B80-80B9-315A4020B66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onitor"/>
        </a:ext>
      </dgm:extLst>
    </dgm:pt>
    <dgm:pt modelId="{124564DE-8B04-4B50-9790-62F30651C8BE}" type="pres">
      <dgm:prSet presAssocID="{FF0A484B-4F3B-4B80-80B9-315A4020B664}" presName="spaceRect" presStyleCnt="0"/>
      <dgm:spPr/>
    </dgm:pt>
    <dgm:pt modelId="{88ECFF1B-EF30-4BE1-AB4B-223622AF4CF4}" type="pres">
      <dgm:prSet presAssocID="{FF0A484B-4F3B-4B80-80B9-315A4020B664}" presName="parTx" presStyleLbl="revTx" presStyleIdx="2" presStyleCnt="4">
        <dgm:presLayoutVars>
          <dgm:chMax val="0"/>
          <dgm:chPref val="0"/>
        </dgm:presLayoutVars>
      </dgm:prSet>
      <dgm:spPr/>
    </dgm:pt>
    <dgm:pt modelId="{2F2268B8-6005-416A-83AC-7CE928CB1A69}" type="pres">
      <dgm:prSet presAssocID="{3957B42E-0860-49A1-A32B-2FE5767CA03E}" presName="sibTrans" presStyleCnt="0"/>
      <dgm:spPr/>
    </dgm:pt>
    <dgm:pt modelId="{42AA44CB-D4E5-40A4-AFA8-D38915851D29}" type="pres">
      <dgm:prSet presAssocID="{E59136C2-C6BE-4BAF-80B5-5F100267FCB7}" presName="compNode" presStyleCnt="0"/>
      <dgm:spPr/>
    </dgm:pt>
    <dgm:pt modelId="{E1651D6C-9335-4037-B6A3-1D57463630F0}" type="pres">
      <dgm:prSet presAssocID="{E59136C2-C6BE-4BAF-80B5-5F100267FCB7}" presName="bgRect" presStyleLbl="bgShp" presStyleIdx="3" presStyleCnt="4"/>
      <dgm:spPr/>
    </dgm:pt>
    <dgm:pt modelId="{660593DA-C280-48CE-9033-E66F699D5ACE}" type="pres">
      <dgm:prSet presAssocID="{E59136C2-C6BE-4BAF-80B5-5F100267FCB7}"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dicine"/>
        </a:ext>
      </dgm:extLst>
    </dgm:pt>
    <dgm:pt modelId="{6E294DAC-830F-4662-9160-EFD0FA6BDB5C}" type="pres">
      <dgm:prSet presAssocID="{E59136C2-C6BE-4BAF-80B5-5F100267FCB7}" presName="spaceRect" presStyleCnt="0"/>
      <dgm:spPr/>
    </dgm:pt>
    <dgm:pt modelId="{F7EE4A32-249A-41CD-AA3F-9136784C7724}" type="pres">
      <dgm:prSet presAssocID="{E59136C2-C6BE-4BAF-80B5-5F100267FCB7}" presName="parTx" presStyleLbl="revTx" presStyleIdx="3" presStyleCnt="4">
        <dgm:presLayoutVars>
          <dgm:chMax val="0"/>
          <dgm:chPref val="0"/>
        </dgm:presLayoutVars>
      </dgm:prSet>
      <dgm:spPr/>
    </dgm:pt>
  </dgm:ptLst>
  <dgm:cxnLst>
    <dgm:cxn modelId="{A2E0A704-364C-45DE-8694-8F72E372344F}" type="presOf" srcId="{FAA5615F-3831-4EAA-9652-455B3A6C8FC3}" destId="{708F4BA7-9CA5-4589-A866-AE768298FFE8}" srcOrd="0" destOrd="0" presId="urn:microsoft.com/office/officeart/2018/2/layout/IconVerticalSolidList"/>
    <dgm:cxn modelId="{FD24A41F-11E6-4AEF-94DB-7395D36B079B}" type="presOf" srcId="{0C12D25A-97DC-4D63-B46B-EA92BEFBA17A}" destId="{F20EED5A-2699-4CBB-84C8-9F16A25FB3E9}" srcOrd="0" destOrd="0" presId="urn:microsoft.com/office/officeart/2018/2/layout/IconVerticalSolidList"/>
    <dgm:cxn modelId="{C37F7761-2235-4EF0-85EE-82FC555D83AD}" type="presOf" srcId="{FF0A484B-4F3B-4B80-80B9-315A4020B664}" destId="{88ECFF1B-EF30-4BE1-AB4B-223622AF4CF4}" srcOrd="0" destOrd="0" presId="urn:microsoft.com/office/officeart/2018/2/layout/IconVerticalSolidList"/>
    <dgm:cxn modelId="{D6351971-E972-4D2F-B85B-8A077C10FB17}" type="presOf" srcId="{CB69BB27-E7FB-47F2-A906-3450412B85F8}" destId="{C58E5472-2395-4F8B-B6E3-DFC1048EFD06}" srcOrd="0" destOrd="0" presId="urn:microsoft.com/office/officeart/2018/2/layout/IconVerticalSolidList"/>
    <dgm:cxn modelId="{BE8B2472-0862-4D31-8BDB-441BF5F0FC18}" srcId="{0C12D25A-97DC-4D63-B46B-EA92BEFBA17A}" destId="{FF0A484B-4F3B-4B80-80B9-315A4020B664}" srcOrd="2" destOrd="0" parTransId="{8918AF43-3504-4500-B8CD-93F94B5E4464}" sibTransId="{3957B42E-0860-49A1-A32B-2FE5767CA03E}"/>
    <dgm:cxn modelId="{C44DE176-8864-448D-A2BF-61C4D9F0C21C}" srcId="{0C12D25A-97DC-4D63-B46B-EA92BEFBA17A}" destId="{CB69BB27-E7FB-47F2-A906-3450412B85F8}" srcOrd="0" destOrd="0" parTransId="{A522395F-ABFC-45D5-9F57-3D6CFE4C205F}" sibTransId="{3BB3E68C-1492-4B31-8B46-9E7821426E36}"/>
    <dgm:cxn modelId="{9E2A59B8-497B-446D-A301-401B537879A9}" type="presOf" srcId="{E59136C2-C6BE-4BAF-80B5-5F100267FCB7}" destId="{F7EE4A32-249A-41CD-AA3F-9136784C7724}" srcOrd="0" destOrd="0" presId="urn:microsoft.com/office/officeart/2018/2/layout/IconVerticalSolidList"/>
    <dgm:cxn modelId="{39FBABBF-1DE0-43C2-8DC3-DEAF912807EF}" srcId="{0C12D25A-97DC-4D63-B46B-EA92BEFBA17A}" destId="{FAA5615F-3831-4EAA-9652-455B3A6C8FC3}" srcOrd="1" destOrd="0" parTransId="{D8EE3ED8-BB7F-4AE6-83F4-5099FD28FC5F}" sibTransId="{D6304A92-486A-4E19-BCF1-D5386C83188F}"/>
    <dgm:cxn modelId="{46D40FF2-4727-4B47-8002-DD5FD8B217A7}" srcId="{0C12D25A-97DC-4D63-B46B-EA92BEFBA17A}" destId="{E59136C2-C6BE-4BAF-80B5-5F100267FCB7}" srcOrd="3" destOrd="0" parTransId="{ABB4F90C-5592-4612-BD1A-096C5AB3438D}" sibTransId="{194EA74E-2879-4639-999A-47276BC070BC}"/>
    <dgm:cxn modelId="{25C6313C-0C0C-4E30-B36C-2FAAE67B7A99}" type="presParOf" srcId="{F20EED5A-2699-4CBB-84C8-9F16A25FB3E9}" destId="{1AE8BE73-DB62-4162-B4CB-10012623D4B1}" srcOrd="0" destOrd="0" presId="urn:microsoft.com/office/officeart/2018/2/layout/IconVerticalSolidList"/>
    <dgm:cxn modelId="{DAE19DCE-A95A-4ED1-A87A-769316A0D619}" type="presParOf" srcId="{1AE8BE73-DB62-4162-B4CB-10012623D4B1}" destId="{5E757DFC-D90F-426E-B917-341271445132}" srcOrd="0" destOrd="0" presId="urn:microsoft.com/office/officeart/2018/2/layout/IconVerticalSolidList"/>
    <dgm:cxn modelId="{A4340F20-03C6-4853-ADD5-83B792D18407}" type="presParOf" srcId="{1AE8BE73-DB62-4162-B4CB-10012623D4B1}" destId="{6BB05F65-F2E4-40E5-9382-BF557AE6C306}" srcOrd="1" destOrd="0" presId="urn:microsoft.com/office/officeart/2018/2/layout/IconVerticalSolidList"/>
    <dgm:cxn modelId="{C28A3C8F-24C9-4082-870A-058F074FCF49}" type="presParOf" srcId="{1AE8BE73-DB62-4162-B4CB-10012623D4B1}" destId="{16DC338F-1C92-4E20-A89A-40064D673504}" srcOrd="2" destOrd="0" presId="urn:microsoft.com/office/officeart/2018/2/layout/IconVerticalSolidList"/>
    <dgm:cxn modelId="{175A531C-A090-486B-A1CE-884C8083BC7C}" type="presParOf" srcId="{1AE8BE73-DB62-4162-B4CB-10012623D4B1}" destId="{C58E5472-2395-4F8B-B6E3-DFC1048EFD06}" srcOrd="3" destOrd="0" presId="urn:microsoft.com/office/officeart/2018/2/layout/IconVerticalSolidList"/>
    <dgm:cxn modelId="{2E71AEA6-E484-41F0-BDB1-72ACDA159675}" type="presParOf" srcId="{F20EED5A-2699-4CBB-84C8-9F16A25FB3E9}" destId="{9113E03B-42DC-40D1-8A30-6FCEF8F86BC6}" srcOrd="1" destOrd="0" presId="urn:microsoft.com/office/officeart/2018/2/layout/IconVerticalSolidList"/>
    <dgm:cxn modelId="{1D1424EB-7A22-416F-B1EE-EB7BDF0A04A5}" type="presParOf" srcId="{F20EED5A-2699-4CBB-84C8-9F16A25FB3E9}" destId="{EA76D7E4-5C91-4440-BAEE-9C74E5C477E1}" srcOrd="2" destOrd="0" presId="urn:microsoft.com/office/officeart/2018/2/layout/IconVerticalSolidList"/>
    <dgm:cxn modelId="{8D9B0DE8-098B-4F7A-9104-5F41FE23E110}" type="presParOf" srcId="{EA76D7E4-5C91-4440-BAEE-9C74E5C477E1}" destId="{0233D0C5-BA98-4CA3-BF47-9D72BC7D51B0}" srcOrd="0" destOrd="0" presId="urn:microsoft.com/office/officeart/2018/2/layout/IconVerticalSolidList"/>
    <dgm:cxn modelId="{3F11359B-3559-47B0-9516-C0C33B40C6D7}" type="presParOf" srcId="{EA76D7E4-5C91-4440-BAEE-9C74E5C477E1}" destId="{C25CD15A-D45F-4E0C-81B0-B5A510C367F0}" srcOrd="1" destOrd="0" presId="urn:microsoft.com/office/officeart/2018/2/layout/IconVerticalSolidList"/>
    <dgm:cxn modelId="{A41246EF-1436-4978-A609-69893C457282}" type="presParOf" srcId="{EA76D7E4-5C91-4440-BAEE-9C74E5C477E1}" destId="{BB0CD565-16D1-4248-A7FC-34DC70D19A5D}" srcOrd="2" destOrd="0" presId="urn:microsoft.com/office/officeart/2018/2/layout/IconVerticalSolidList"/>
    <dgm:cxn modelId="{ED3AB8CF-36F0-49DF-B9EF-F4CE458555B2}" type="presParOf" srcId="{EA76D7E4-5C91-4440-BAEE-9C74E5C477E1}" destId="{708F4BA7-9CA5-4589-A866-AE768298FFE8}" srcOrd="3" destOrd="0" presId="urn:microsoft.com/office/officeart/2018/2/layout/IconVerticalSolidList"/>
    <dgm:cxn modelId="{00EE05F4-F73F-4F87-89D2-B526F783E656}" type="presParOf" srcId="{F20EED5A-2699-4CBB-84C8-9F16A25FB3E9}" destId="{3E999D49-679E-4385-A9A6-17E0F478444E}" srcOrd="3" destOrd="0" presId="urn:microsoft.com/office/officeart/2018/2/layout/IconVerticalSolidList"/>
    <dgm:cxn modelId="{94CD5B22-5ECF-4B0C-82D0-68D129D33558}" type="presParOf" srcId="{F20EED5A-2699-4CBB-84C8-9F16A25FB3E9}" destId="{B25E3829-1B28-4836-ABF1-69C5ED4CCB41}" srcOrd="4" destOrd="0" presId="urn:microsoft.com/office/officeart/2018/2/layout/IconVerticalSolidList"/>
    <dgm:cxn modelId="{9AFCDDC8-ACF2-4F7A-ADFA-5EC1CCA9A905}" type="presParOf" srcId="{B25E3829-1B28-4836-ABF1-69C5ED4CCB41}" destId="{4937C1E9-D52E-409F-B4E7-DA54FD2C71A9}" srcOrd="0" destOrd="0" presId="urn:microsoft.com/office/officeart/2018/2/layout/IconVerticalSolidList"/>
    <dgm:cxn modelId="{F56AFA5D-FDAE-4102-97D3-6FBA29E04358}" type="presParOf" srcId="{B25E3829-1B28-4836-ABF1-69C5ED4CCB41}" destId="{5461B07F-1768-47F5-8BBD-87EF3153CDE2}" srcOrd="1" destOrd="0" presId="urn:microsoft.com/office/officeart/2018/2/layout/IconVerticalSolidList"/>
    <dgm:cxn modelId="{2AF5AC2E-EC8F-409E-8259-31A016ED3E86}" type="presParOf" srcId="{B25E3829-1B28-4836-ABF1-69C5ED4CCB41}" destId="{124564DE-8B04-4B50-9790-62F30651C8BE}" srcOrd="2" destOrd="0" presId="urn:microsoft.com/office/officeart/2018/2/layout/IconVerticalSolidList"/>
    <dgm:cxn modelId="{B4E98391-04E9-41C2-9738-AD24231D2AC0}" type="presParOf" srcId="{B25E3829-1B28-4836-ABF1-69C5ED4CCB41}" destId="{88ECFF1B-EF30-4BE1-AB4B-223622AF4CF4}" srcOrd="3" destOrd="0" presId="urn:microsoft.com/office/officeart/2018/2/layout/IconVerticalSolidList"/>
    <dgm:cxn modelId="{5FAABE3D-DD80-4BB5-ADC9-EBD062A1DEBC}" type="presParOf" srcId="{F20EED5A-2699-4CBB-84C8-9F16A25FB3E9}" destId="{2F2268B8-6005-416A-83AC-7CE928CB1A69}" srcOrd="5" destOrd="0" presId="urn:microsoft.com/office/officeart/2018/2/layout/IconVerticalSolidList"/>
    <dgm:cxn modelId="{6EF9F4DD-6679-4065-A295-A66A1074B352}" type="presParOf" srcId="{F20EED5A-2699-4CBB-84C8-9F16A25FB3E9}" destId="{42AA44CB-D4E5-40A4-AFA8-D38915851D29}" srcOrd="6" destOrd="0" presId="urn:microsoft.com/office/officeart/2018/2/layout/IconVerticalSolidList"/>
    <dgm:cxn modelId="{A25AC746-0E9E-4761-8E7C-489AE65524AA}" type="presParOf" srcId="{42AA44CB-D4E5-40A4-AFA8-D38915851D29}" destId="{E1651D6C-9335-4037-B6A3-1D57463630F0}" srcOrd="0" destOrd="0" presId="urn:microsoft.com/office/officeart/2018/2/layout/IconVerticalSolidList"/>
    <dgm:cxn modelId="{B7192718-3D88-49CF-8D16-DF85833AB905}" type="presParOf" srcId="{42AA44CB-D4E5-40A4-AFA8-D38915851D29}" destId="{660593DA-C280-48CE-9033-E66F699D5ACE}" srcOrd="1" destOrd="0" presId="urn:microsoft.com/office/officeart/2018/2/layout/IconVerticalSolidList"/>
    <dgm:cxn modelId="{4AF4D71F-A2BA-4202-985B-997F6132FA10}" type="presParOf" srcId="{42AA44CB-D4E5-40A4-AFA8-D38915851D29}" destId="{6E294DAC-830F-4662-9160-EFD0FA6BDB5C}" srcOrd="2" destOrd="0" presId="urn:microsoft.com/office/officeart/2018/2/layout/IconVerticalSolidList"/>
    <dgm:cxn modelId="{2CBDAFC9-9DBD-4F7B-9608-44D268B30F78}" type="presParOf" srcId="{42AA44CB-D4E5-40A4-AFA8-D38915851D29}" destId="{F7EE4A32-249A-41CD-AA3F-9136784C772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878C4D-0FDB-4F04-A2AB-4E076E628B7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0E59BF4-7B0C-4E34-A87D-F27BC8B99F3A}">
      <dgm:prSet custT="1"/>
      <dgm:spPr/>
      <dgm:t>
        <a:bodyPr/>
        <a:lstStyle/>
        <a:p>
          <a:pPr>
            <a:lnSpc>
              <a:spcPct val="100000"/>
            </a:lnSpc>
          </a:pPr>
          <a:r>
            <a:rPr lang="en-US" sz="2000" dirty="0"/>
            <a:t>• Operating System : Windows / Linux</a:t>
          </a:r>
        </a:p>
      </dgm:t>
    </dgm:pt>
    <dgm:pt modelId="{CAEA4541-D895-4E30-A4F8-85B1C5C89CD8}" type="parTrans" cxnId="{F2F4E6D1-157C-4832-ABA2-8B78E8A07A50}">
      <dgm:prSet/>
      <dgm:spPr/>
      <dgm:t>
        <a:bodyPr/>
        <a:lstStyle/>
        <a:p>
          <a:endParaRPr lang="en-US"/>
        </a:p>
      </dgm:t>
    </dgm:pt>
    <dgm:pt modelId="{ED88CD56-1E4A-451D-894A-DAB9B0A0BA57}" type="sibTrans" cxnId="{F2F4E6D1-157C-4832-ABA2-8B78E8A07A50}">
      <dgm:prSet/>
      <dgm:spPr/>
      <dgm:t>
        <a:bodyPr/>
        <a:lstStyle/>
        <a:p>
          <a:endParaRPr lang="en-US"/>
        </a:p>
      </dgm:t>
    </dgm:pt>
    <dgm:pt modelId="{C5C2E32B-6961-47F5-9795-3F24C44A7C4E}">
      <dgm:prSet custT="1"/>
      <dgm:spPr/>
      <dgm:t>
        <a:bodyPr/>
        <a:lstStyle/>
        <a:p>
          <a:pPr>
            <a:lnSpc>
              <a:spcPct val="100000"/>
            </a:lnSpc>
          </a:pPr>
          <a:r>
            <a:rPr lang="en-US" sz="2000" dirty="0"/>
            <a:t>• Frontend Technology : React</a:t>
          </a:r>
        </a:p>
      </dgm:t>
    </dgm:pt>
    <dgm:pt modelId="{4BFBEF57-3978-4A67-A6FF-1CDDC371695E}" type="parTrans" cxnId="{F275010F-C9D8-405F-A9A9-C1E07B94F589}">
      <dgm:prSet/>
      <dgm:spPr/>
      <dgm:t>
        <a:bodyPr/>
        <a:lstStyle/>
        <a:p>
          <a:endParaRPr lang="en-US"/>
        </a:p>
      </dgm:t>
    </dgm:pt>
    <dgm:pt modelId="{3B82FEE1-94AF-47DC-B632-F6D741AEE560}" type="sibTrans" cxnId="{F275010F-C9D8-405F-A9A9-C1E07B94F589}">
      <dgm:prSet/>
      <dgm:spPr/>
      <dgm:t>
        <a:bodyPr/>
        <a:lstStyle/>
        <a:p>
          <a:endParaRPr lang="en-US"/>
        </a:p>
      </dgm:t>
    </dgm:pt>
    <dgm:pt modelId="{CDD4D8C9-AF03-4218-B5AC-F5569C08B1A5}">
      <dgm:prSet custT="1"/>
      <dgm:spPr/>
      <dgm:t>
        <a:bodyPr/>
        <a:lstStyle/>
        <a:p>
          <a:pPr>
            <a:lnSpc>
              <a:spcPct val="100000"/>
            </a:lnSpc>
          </a:pPr>
          <a:r>
            <a:rPr lang="en-US" sz="2000" dirty="0"/>
            <a:t>• Programming Language : HTML ,CSS ,JavaScript and Python</a:t>
          </a:r>
        </a:p>
      </dgm:t>
    </dgm:pt>
    <dgm:pt modelId="{F85904F0-5B0E-4EBC-AE66-2987023B22A0}" type="parTrans" cxnId="{F1CEA238-E4AB-4925-9BC0-F4F02F6A01C8}">
      <dgm:prSet/>
      <dgm:spPr/>
      <dgm:t>
        <a:bodyPr/>
        <a:lstStyle/>
        <a:p>
          <a:endParaRPr lang="en-US"/>
        </a:p>
      </dgm:t>
    </dgm:pt>
    <dgm:pt modelId="{DF323082-EEF8-4223-9CE5-7DD5CEF52918}" type="sibTrans" cxnId="{F1CEA238-E4AB-4925-9BC0-F4F02F6A01C8}">
      <dgm:prSet/>
      <dgm:spPr/>
      <dgm:t>
        <a:bodyPr/>
        <a:lstStyle/>
        <a:p>
          <a:endParaRPr lang="en-US"/>
        </a:p>
      </dgm:t>
    </dgm:pt>
    <dgm:pt modelId="{678BAF7B-AC0C-43F6-AE09-7B85C8691E34}">
      <dgm:prSet custT="1"/>
      <dgm:spPr/>
      <dgm:t>
        <a:bodyPr/>
        <a:lstStyle/>
        <a:p>
          <a:pPr>
            <a:lnSpc>
              <a:spcPct val="100000"/>
            </a:lnSpc>
          </a:pPr>
          <a:r>
            <a:rPr lang="en-US" sz="2200" dirty="0"/>
            <a:t>• </a:t>
          </a:r>
          <a:r>
            <a:rPr lang="en-US" sz="2000" dirty="0"/>
            <a:t>Browser : Google Chrome / Microsoft Edge</a:t>
          </a:r>
        </a:p>
      </dgm:t>
    </dgm:pt>
    <dgm:pt modelId="{E3E46D2A-B5D0-4799-9647-B03A1E69A927}" type="parTrans" cxnId="{3975CF62-5CF7-4868-AE59-E7F308D11131}">
      <dgm:prSet/>
      <dgm:spPr/>
      <dgm:t>
        <a:bodyPr/>
        <a:lstStyle/>
        <a:p>
          <a:endParaRPr lang="en-US"/>
        </a:p>
      </dgm:t>
    </dgm:pt>
    <dgm:pt modelId="{8C36DDF7-E67C-4DD0-B784-3B72BE85B97B}" type="sibTrans" cxnId="{3975CF62-5CF7-4868-AE59-E7F308D11131}">
      <dgm:prSet/>
      <dgm:spPr/>
      <dgm:t>
        <a:bodyPr/>
        <a:lstStyle/>
        <a:p>
          <a:endParaRPr lang="en-US"/>
        </a:p>
      </dgm:t>
    </dgm:pt>
    <dgm:pt modelId="{272F4312-8E9B-4DB2-B86A-AE44EDA2BFD5}" type="pres">
      <dgm:prSet presAssocID="{CE878C4D-0FDB-4F04-A2AB-4E076E628B74}" presName="root" presStyleCnt="0">
        <dgm:presLayoutVars>
          <dgm:dir/>
          <dgm:resizeHandles val="exact"/>
        </dgm:presLayoutVars>
      </dgm:prSet>
      <dgm:spPr/>
    </dgm:pt>
    <dgm:pt modelId="{DC5C335C-161C-43A1-ACFD-B54485FE8603}" type="pres">
      <dgm:prSet presAssocID="{30E59BF4-7B0C-4E34-A87D-F27BC8B99F3A}" presName="compNode" presStyleCnt="0"/>
      <dgm:spPr/>
    </dgm:pt>
    <dgm:pt modelId="{5588089E-B29E-4085-952C-05746F70839F}" type="pres">
      <dgm:prSet presAssocID="{30E59BF4-7B0C-4E34-A87D-F27BC8B99F3A}" presName="bgRect" presStyleLbl="bgShp" presStyleIdx="0" presStyleCnt="4"/>
      <dgm:spPr/>
    </dgm:pt>
    <dgm:pt modelId="{14CF6597-4746-4096-8BE3-15657A746401}" type="pres">
      <dgm:prSet presAssocID="{30E59BF4-7B0C-4E34-A87D-F27BC8B99F3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140C3B71-F4A5-429F-B2DA-4FCE32772987}" type="pres">
      <dgm:prSet presAssocID="{30E59BF4-7B0C-4E34-A87D-F27BC8B99F3A}" presName="spaceRect" presStyleCnt="0"/>
      <dgm:spPr/>
    </dgm:pt>
    <dgm:pt modelId="{94DABBAC-D922-430F-9D9C-0BD68B85446C}" type="pres">
      <dgm:prSet presAssocID="{30E59BF4-7B0C-4E34-A87D-F27BC8B99F3A}" presName="parTx" presStyleLbl="revTx" presStyleIdx="0" presStyleCnt="4">
        <dgm:presLayoutVars>
          <dgm:chMax val="0"/>
          <dgm:chPref val="0"/>
        </dgm:presLayoutVars>
      </dgm:prSet>
      <dgm:spPr/>
    </dgm:pt>
    <dgm:pt modelId="{BBA01F72-83EC-40CE-AD2B-D4793A41D658}" type="pres">
      <dgm:prSet presAssocID="{ED88CD56-1E4A-451D-894A-DAB9B0A0BA57}" presName="sibTrans" presStyleCnt="0"/>
      <dgm:spPr/>
    </dgm:pt>
    <dgm:pt modelId="{D039B478-0F89-440A-80A1-42FCBBC93264}" type="pres">
      <dgm:prSet presAssocID="{C5C2E32B-6961-47F5-9795-3F24C44A7C4E}" presName="compNode" presStyleCnt="0"/>
      <dgm:spPr/>
    </dgm:pt>
    <dgm:pt modelId="{24CDA826-87F8-4330-A088-02A805971028}" type="pres">
      <dgm:prSet presAssocID="{C5C2E32B-6961-47F5-9795-3F24C44A7C4E}" presName="bgRect" presStyleLbl="bgShp" presStyleIdx="1" presStyleCnt="4"/>
      <dgm:spPr/>
    </dgm:pt>
    <dgm:pt modelId="{ACAA489E-C16C-43CD-820D-04A06B8EC26B}" type="pres">
      <dgm:prSet presAssocID="{C5C2E32B-6961-47F5-9795-3F24C44A7C4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96ABBB03-DE7F-466E-AFED-3C65E0152043}" type="pres">
      <dgm:prSet presAssocID="{C5C2E32B-6961-47F5-9795-3F24C44A7C4E}" presName="spaceRect" presStyleCnt="0"/>
      <dgm:spPr/>
    </dgm:pt>
    <dgm:pt modelId="{4A39B6A6-AF3C-4885-ADAC-127775A992F2}" type="pres">
      <dgm:prSet presAssocID="{C5C2E32B-6961-47F5-9795-3F24C44A7C4E}" presName="parTx" presStyleLbl="revTx" presStyleIdx="1" presStyleCnt="4">
        <dgm:presLayoutVars>
          <dgm:chMax val="0"/>
          <dgm:chPref val="0"/>
        </dgm:presLayoutVars>
      </dgm:prSet>
      <dgm:spPr/>
    </dgm:pt>
    <dgm:pt modelId="{EC23EC73-9E61-4C4D-87EB-F018002291F4}" type="pres">
      <dgm:prSet presAssocID="{3B82FEE1-94AF-47DC-B632-F6D741AEE560}" presName="sibTrans" presStyleCnt="0"/>
      <dgm:spPr/>
    </dgm:pt>
    <dgm:pt modelId="{16161B08-6EF4-4717-A57B-DAECC4A08F8E}" type="pres">
      <dgm:prSet presAssocID="{CDD4D8C9-AF03-4218-B5AC-F5569C08B1A5}" presName="compNode" presStyleCnt="0"/>
      <dgm:spPr/>
    </dgm:pt>
    <dgm:pt modelId="{71A08F34-9FE1-403F-9263-79FCD4DC4364}" type="pres">
      <dgm:prSet presAssocID="{CDD4D8C9-AF03-4218-B5AC-F5569C08B1A5}" presName="bgRect" presStyleLbl="bgShp" presStyleIdx="2" presStyleCnt="4"/>
      <dgm:spPr/>
    </dgm:pt>
    <dgm:pt modelId="{59043E31-41DD-4B62-9998-02172B81871B}" type="pres">
      <dgm:prSet presAssocID="{CDD4D8C9-AF03-4218-B5AC-F5569C08B1A5}"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Web Design"/>
        </a:ext>
      </dgm:extLst>
    </dgm:pt>
    <dgm:pt modelId="{543BA35E-6021-4145-B57F-2954BD7C0B4B}" type="pres">
      <dgm:prSet presAssocID="{CDD4D8C9-AF03-4218-B5AC-F5569C08B1A5}" presName="spaceRect" presStyleCnt="0"/>
      <dgm:spPr/>
    </dgm:pt>
    <dgm:pt modelId="{F31B3F20-1CC3-4EB5-8EC1-1C1A56F1E412}" type="pres">
      <dgm:prSet presAssocID="{CDD4D8C9-AF03-4218-B5AC-F5569C08B1A5}" presName="parTx" presStyleLbl="revTx" presStyleIdx="2" presStyleCnt="4">
        <dgm:presLayoutVars>
          <dgm:chMax val="0"/>
          <dgm:chPref val="0"/>
        </dgm:presLayoutVars>
      </dgm:prSet>
      <dgm:spPr/>
    </dgm:pt>
    <dgm:pt modelId="{60E43299-F95E-406D-B1C4-87E51ECA1CCE}" type="pres">
      <dgm:prSet presAssocID="{DF323082-EEF8-4223-9CE5-7DD5CEF52918}" presName="sibTrans" presStyleCnt="0"/>
      <dgm:spPr/>
    </dgm:pt>
    <dgm:pt modelId="{FB12D9DD-1DEE-4997-A54F-0D863E17656D}" type="pres">
      <dgm:prSet presAssocID="{678BAF7B-AC0C-43F6-AE09-7B85C8691E34}" presName="compNode" presStyleCnt="0"/>
      <dgm:spPr/>
    </dgm:pt>
    <dgm:pt modelId="{FF86EAE5-C650-4368-BBBD-37747919BD35}" type="pres">
      <dgm:prSet presAssocID="{678BAF7B-AC0C-43F6-AE09-7B85C8691E34}" presName="bgRect" presStyleLbl="bgShp" presStyleIdx="3" presStyleCnt="4"/>
      <dgm:spPr/>
    </dgm:pt>
    <dgm:pt modelId="{FF5EDA5F-5276-400C-8C2C-F6671EDCF0F8}" type="pres">
      <dgm:prSet presAssocID="{678BAF7B-AC0C-43F6-AE09-7B85C8691E3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owser Window"/>
        </a:ext>
      </dgm:extLst>
    </dgm:pt>
    <dgm:pt modelId="{651AD6C0-6B53-47B6-BF87-4481490629F5}" type="pres">
      <dgm:prSet presAssocID="{678BAF7B-AC0C-43F6-AE09-7B85C8691E34}" presName="spaceRect" presStyleCnt="0"/>
      <dgm:spPr/>
    </dgm:pt>
    <dgm:pt modelId="{FF0CC0D5-2BB2-4E19-863A-3F93A9432D40}" type="pres">
      <dgm:prSet presAssocID="{678BAF7B-AC0C-43F6-AE09-7B85C8691E34}" presName="parTx" presStyleLbl="revTx" presStyleIdx="3" presStyleCnt="4">
        <dgm:presLayoutVars>
          <dgm:chMax val="0"/>
          <dgm:chPref val="0"/>
        </dgm:presLayoutVars>
      </dgm:prSet>
      <dgm:spPr/>
    </dgm:pt>
  </dgm:ptLst>
  <dgm:cxnLst>
    <dgm:cxn modelId="{F3B0C10B-9BD4-456D-8AA0-FF1767608AEC}" type="presOf" srcId="{CE878C4D-0FDB-4F04-A2AB-4E076E628B74}" destId="{272F4312-8E9B-4DB2-B86A-AE44EDA2BFD5}" srcOrd="0" destOrd="0" presId="urn:microsoft.com/office/officeart/2018/2/layout/IconVerticalSolidList"/>
    <dgm:cxn modelId="{F275010F-C9D8-405F-A9A9-C1E07B94F589}" srcId="{CE878C4D-0FDB-4F04-A2AB-4E076E628B74}" destId="{C5C2E32B-6961-47F5-9795-3F24C44A7C4E}" srcOrd="1" destOrd="0" parTransId="{4BFBEF57-3978-4A67-A6FF-1CDDC371695E}" sibTransId="{3B82FEE1-94AF-47DC-B632-F6D741AEE560}"/>
    <dgm:cxn modelId="{F1CEA238-E4AB-4925-9BC0-F4F02F6A01C8}" srcId="{CE878C4D-0FDB-4F04-A2AB-4E076E628B74}" destId="{CDD4D8C9-AF03-4218-B5AC-F5569C08B1A5}" srcOrd="2" destOrd="0" parTransId="{F85904F0-5B0E-4EBC-AE66-2987023B22A0}" sibTransId="{DF323082-EEF8-4223-9CE5-7DD5CEF52918}"/>
    <dgm:cxn modelId="{3975CF62-5CF7-4868-AE59-E7F308D11131}" srcId="{CE878C4D-0FDB-4F04-A2AB-4E076E628B74}" destId="{678BAF7B-AC0C-43F6-AE09-7B85C8691E34}" srcOrd="3" destOrd="0" parTransId="{E3E46D2A-B5D0-4799-9647-B03A1E69A927}" sibTransId="{8C36DDF7-E67C-4DD0-B784-3B72BE85B97B}"/>
    <dgm:cxn modelId="{84B33B48-E3D3-428C-AB86-049C537A2D67}" type="presOf" srcId="{678BAF7B-AC0C-43F6-AE09-7B85C8691E34}" destId="{FF0CC0D5-2BB2-4E19-863A-3F93A9432D40}" srcOrd="0" destOrd="0" presId="urn:microsoft.com/office/officeart/2018/2/layout/IconVerticalSolidList"/>
    <dgm:cxn modelId="{3C7C2D6D-6657-4FAA-BE25-89F76E08EE73}" type="presOf" srcId="{30E59BF4-7B0C-4E34-A87D-F27BC8B99F3A}" destId="{94DABBAC-D922-430F-9D9C-0BD68B85446C}" srcOrd="0" destOrd="0" presId="urn:microsoft.com/office/officeart/2018/2/layout/IconVerticalSolidList"/>
    <dgm:cxn modelId="{C15C69A1-527D-4EBF-8A46-21C78C3AB85D}" type="presOf" srcId="{CDD4D8C9-AF03-4218-B5AC-F5569C08B1A5}" destId="{F31B3F20-1CC3-4EB5-8EC1-1C1A56F1E412}" srcOrd="0" destOrd="0" presId="urn:microsoft.com/office/officeart/2018/2/layout/IconVerticalSolidList"/>
    <dgm:cxn modelId="{C40A04C5-CE20-4EF9-BA4F-264E2DD46ACA}" type="presOf" srcId="{C5C2E32B-6961-47F5-9795-3F24C44A7C4E}" destId="{4A39B6A6-AF3C-4885-ADAC-127775A992F2}" srcOrd="0" destOrd="0" presId="urn:microsoft.com/office/officeart/2018/2/layout/IconVerticalSolidList"/>
    <dgm:cxn modelId="{F2F4E6D1-157C-4832-ABA2-8B78E8A07A50}" srcId="{CE878C4D-0FDB-4F04-A2AB-4E076E628B74}" destId="{30E59BF4-7B0C-4E34-A87D-F27BC8B99F3A}" srcOrd="0" destOrd="0" parTransId="{CAEA4541-D895-4E30-A4F8-85B1C5C89CD8}" sibTransId="{ED88CD56-1E4A-451D-894A-DAB9B0A0BA57}"/>
    <dgm:cxn modelId="{F5732436-8944-4254-A624-2D792E501CF2}" type="presParOf" srcId="{272F4312-8E9B-4DB2-B86A-AE44EDA2BFD5}" destId="{DC5C335C-161C-43A1-ACFD-B54485FE8603}" srcOrd="0" destOrd="0" presId="urn:microsoft.com/office/officeart/2018/2/layout/IconVerticalSolidList"/>
    <dgm:cxn modelId="{5F11FB7B-365A-464E-A8A3-899030141A15}" type="presParOf" srcId="{DC5C335C-161C-43A1-ACFD-B54485FE8603}" destId="{5588089E-B29E-4085-952C-05746F70839F}" srcOrd="0" destOrd="0" presId="urn:microsoft.com/office/officeart/2018/2/layout/IconVerticalSolidList"/>
    <dgm:cxn modelId="{25A6ACB6-61EF-4B31-9FC4-D915B317BBF2}" type="presParOf" srcId="{DC5C335C-161C-43A1-ACFD-B54485FE8603}" destId="{14CF6597-4746-4096-8BE3-15657A746401}" srcOrd="1" destOrd="0" presId="urn:microsoft.com/office/officeart/2018/2/layout/IconVerticalSolidList"/>
    <dgm:cxn modelId="{E6AA67F1-6FAB-495C-809F-5B8CF97DBC7D}" type="presParOf" srcId="{DC5C335C-161C-43A1-ACFD-B54485FE8603}" destId="{140C3B71-F4A5-429F-B2DA-4FCE32772987}" srcOrd="2" destOrd="0" presId="urn:microsoft.com/office/officeart/2018/2/layout/IconVerticalSolidList"/>
    <dgm:cxn modelId="{7E24B5A8-AEB6-4CFC-84D4-07A1F6A1560F}" type="presParOf" srcId="{DC5C335C-161C-43A1-ACFD-B54485FE8603}" destId="{94DABBAC-D922-430F-9D9C-0BD68B85446C}" srcOrd="3" destOrd="0" presId="urn:microsoft.com/office/officeart/2018/2/layout/IconVerticalSolidList"/>
    <dgm:cxn modelId="{D2C223FE-6006-4D3A-8666-54A0709497DF}" type="presParOf" srcId="{272F4312-8E9B-4DB2-B86A-AE44EDA2BFD5}" destId="{BBA01F72-83EC-40CE-AD2B-D4793A41D658}" srcOrd="1" destOrd="0" presId="urn:microsoft.com/office/officeart/2018/2/layout/IconVerticalSolidList"/>
    <dgm:cxn modelId="{A54801C8-B0E3-4082-A3B4-ED1DC8CD10D5}" type="presParOf" srcId="{272F4312-8E9B-4DB2-B86A-AE44EDA2BFD5}" destId="{D039B478-0F89-440A-80A1-42FCBBC93264}" srcOrd="2" destOrd="0" presId="urn:microsoft.com/office/officeart/2018/2/layout/IconVerticalSolidList"/>
    <dgm:cxn modelId="{C355EAE6-FA94-4DE7-AB41-15F23EAF86BF}" type="presParOf" srcId="{D039B478-0F89-440A-80A1-42FCBBC93264}" destId="{24CDA826-87F8-4330-A088-02A805971028}" srcOrd="0" destOrd="0" presId="urn:microsoft.com/office/officeart/2018/2/layout/IconVerticalSolidList"/>
    <dgm:cxn modelId="{66C1756F-D87D-4829-B597-F5056D32021E}" type="presParOf" srcId="{D039B478-0F89-440A-80A1-42FCBBC93264}" destId="{ACAA489E-C16C-43CD-820D-04A06B8EC26B}" srcOrd="1" destOrd="0" presId="urn:microsoft.com/office/officeart/2018/2/layout/IconVerticalSolidList"/>
    <dgm:cxn modelId="{235B1792-C5AF-4B6C-884D-F0E24A6B61C7}" type="presParOf" srcId="{D039B478-0F89-440A-80A1-42FCBBC93264}" destId="{96ABBB03-DE7F-466E-AFED-3C65E0152043}" srcOrd="2" destOrd="0" presId="urn:microsoft.com/office/officeart/2018/2/layout/IconVerticalSolidList"/>
    <dgm:cxn modelId="{F7571805-2DE1-4382-966B-FEE80E91791A}" type="presParOf" srcId="{D039B478-0F89-440A-80A1-42FCBBC93264}" destId="{4A39B6A6-AF3C-4885-ADAC-127775A992F2}" srcOrd="3" destOrd="0" presId="urn:microsoft.com/office/officeart/2018/2/layout/IconVerticalSolidList"/>
    <dgm:cxn modelId="{955D1AAC-D9D5-4533-813B-A79839DEC1CD}" type="presParOf" srcId="{272F4312-8E9B-4DB2-B86A-AE44EDA2BFD5}" destId="{EC23EC73-9E61-4C4D-87EB-F018002291F4}" srcOrd="3" destOrd="0" presId="urn:microsoft.com/office/officeart/2018/2/layout/IconVerticalSolidList"/>
    <dgm:cxn modelId="{81FB43BC-C1D2-4F20-B96E-FA61923D673D}" type="presParOf" srcId="{272F4312-8E9B-4DB2-B86A-AE44EDA2BFD5}" destId="{16161B08-6EF4-4717-A57B-DAECC4A08F8E}" srcOrd="4" destOrd="0" presId="urn:microsoft.com/office/officeart/2018/2/layout/IconVerticalSolidList"/>
    <dgm:cxn modelId="{8CE5FB0B-2F5B-467C-B40E-68074064FBF6}" type="presParOf" srcId="{16161B08-6EF4-4717-A57B-DAECC4A08F8E}" destId="{71A08F34-9FE1-403F-9263-79FCD4DC4364}" srcOrd="0" destOrd="0" presId="urn:microsoft.com/office/officeart/2018/2/layout/IconVerticalSolidList"/>
    <dgm:cxn modelId="{7724BE12-43D2-4448-99F5-F0B495476B62}" type="presParOf" srcId="{16161B08-6EF4-4717-A57B-DAECC4A08F8E}" destId="{59043E31-41DD-4B62-9998-02172B81871B}" srcOrd="1" destOrd="0" presId="urn:microsoft.com/office/officeart/2018/2/layout/IconVerticalSolidList"/>
    <dgm:cxn modelId="{8D023D4D-403E-43B7-B471-E1A45DCC5916}" type="presParOf" srcId="{16161B08-6EF4-4717-A57B-DAECC4A08F8E}" destId="{543BA35E-6021-4145-B57F-2954BD7C0B4B}" srcOrd="2" destOrd="0" presId="urn:microsoft.com/office/officeart/2018/2/layout/IconVerticalSolidList"/>
    <dgm:cxn modelId="{72DE5656-EDFF-4861-A5B0-29485F2E371E}" type="presParOf" srcId="{16161B08-6EF4-4717-A57B-DAECC4A08F8E}" destId="{F31B3F20-1CC3-4EB5-8EC1-1C1A56F1E412}" srcOrd="3" destOrd="0" presId="urn:microsoft.com/office/officeart/2018/2/layout/IconVerticalSolidList"/>
    <dgm:cxn modelId="{49F5F6F3-D03B-4336-BC35-73D5651AC718}" type="presParOf" srcId="{272F4312-8E9B-4DB2-B86A-AE44EDA2BFD5}" destId="{60E43299-F95E-406D-B1C4-87E51ECA1CCE}" srcOrd="5" destOrd="0" presId="urn:microsoft.com/office/officeart/2018/2/layout/IconVerticalSolidList"/>
    <dgm:cxn modelId="{551809B6-35D9-4C21-A10E-DFE8B23A28DD}" type="presParOf" srcId="{272F4312-8E9B-4DB2-B86A-AE44EDA2BFD5}" destId="{FB12D9DD-1DEE-4997-A54F-0D863E17656D}" srcOrd="6" destOrd="0" presId="urn:microsoft.com/office/officeart/2018/2/layout/IconVerticalSolidList"/>
    <dgm:cxn modelId="{749578DE-42DB-4D34-ADFC-D30E38369E95}" type="presParOf" srcId="{FB12D9DD-1DEE-4997-A54F-0D863E17656D}" destId="{FF86EAE5-C650-4368-BBBD-37747919BD35}" srcOrd="0" destOrd="0" presId="urn:microsoft.com/office/officeart/2018/2/layout/IconVerticalSolidList"/>
    <dgm:cxn modelId="{340031A8-DC3C-491C-9BDA-55B2BBD0A884}" type="presParOf" srcId="{FB12D9DD-1DEE-4997-A54F-0D863E17656D}" destId="{FF5EDA5F-5276-400C-8C2C-F6671EDCF0F8}" srcOrd="1" destOrd="0" presId="urn:microsoft.com/office/officeart/2018/2/layout/IconVerticalSolidList"/>
    <dgm:cxn modelId="{1B6B284E-CD67-4729-AEFF-9D7174E50EFF}" type="presParOf" srcId="{FB12D9DD-1DEE-4997-A54F-0D863E17656D}" destId="{651AD6C0-6B53-47B6-BF87-4481490629F5}" srcOrd="2" destOrd="0" presId="urn:microsoft.com/office/officeart/2018/2/layout/IconVerticalSolidList"/>
    <dgm:cxn modelId="{FD699461-375F-49A4-B05B-5DB090FC5341}" type="presParOf" srcId="{FB12D9DD-1DEE-4997-A54F-0D863E17656D}" destId="{FF0CC0D5-2BB2-4E19-863A-3F93A9432D4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CCD553-DBA6-407D-98E4-CC68062A435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4EB5D22-45DD-467E-8F93-FF0D5408D066}">
      <dgm:prSet/>
      <dgm:spPr/>
      <dgm:t>
        <a:bodyPr/>
        <a:lstStyle/>
        <a:p>
          <a:pPr>
            <a:lnSpc>
              <a:spcPct val="100000"/>
            </a:lnSpc>
          </a:pPr>
          <a:r>
            <a:rPr lang="en-US" dirty="0"/>
            <a:t>• Uses browser Notification API for reminders.</a:t>
          </a:r>
        </a:p>
      </dgm:t>
    </dgm:pt>
    <dgm:pt modelId="{D87B1F48-899C-4D78-A38B-ACBACA1985FC}" type="parTrans" cxnId="{34F4958E-2FE3-4B69-8763-35EF9552B028}">
      <dgm:prSet/>
      <dgm:spPr/>
      <dgm:t>
        <a:bodyPr/>
        <a:lstStyle/>
        <a:p>
          <a:endParaRPr lang="en-US"/>
        </a:p>
      </dgm:t>
    </dgm:pt>
    <dgm:pt modelId="{ECE9EC9E-3A09-4CB0-8C1C-6E71F39E51FC}" type="sibTrans" cxnId="{34F4958E-2FE3-4B69-8763-35EF9552B028}">
      <dgm:prSet/>
      <dgm:spPr/>
      <dgm:t>
        <a:bodyPr/>
        <a:lstStyle/>
        <a:p>
          <a:endParaRPr lang="en-US"/>
        </a:p>
      </dgm:t>
    </dgm:pt>
    <dgm:pt modelId="{3F77633C-58CE-4649-8225-3E99D48759F3}">
      <dgm:prSet/>
      <dgm:spPr/>
      <dgm:t>
        <a:bodyPr/>
        <a:lstStyle/>
        <a:p>
          <a:pPr>
            <a:lnSpc>
              <a:spcPct val="100000"/>
            </a:lnSpc>
          </a:pPr>
          <a:r>
            <a:rPr lang="en-US"/>
            <a:t>• Lightweight web-based healthcare tool.</a:t>
          </a:r>
        </a:p>
      </dgm:t>
    </dgm:pt>
    <dgm:pt modelId="{913B9FFC-CE0F-47B3-9784-B59B82F4ACC9}" type="parTrans" cxnId="{E431CEAF-9741-4528-B585-761A859A082A}">
      <dgm:prSet/>
      <dgm:spPr/>
      <dgm:t>
        <a:bodyPr/>
        <a:lstStyle/>
        <a:p>
          <a:endParaRPr lang="en-US"/>
        </a:p>
      </dgm:t>
    </dgm:pt>
    <dgm:pt modelId="{C9B58C3E-B828-4321-BAA5-A1F6794ECEED}" type="sibTrans" cxnId="{E431CEAF-9741-4528-B585-761A859A082A}">
      <dgm:prSet/>
      <dgm:spPr/>
      <dgm:t>
        <a:bodyPr/>
        <a:lstStyle/>
        <a:p>
          <a:endParaRPr lang="en-US"/>
        </a:p>
      </dgm:t>
    </dgm:pt>
    <dgm:pt modelId="{6BF3F513-CB90-4E21-B824-9873D8E522A6}">
      <dgm:prSet/>
      <dgm:spPr/>
      <dgm:t>
        <a:bodyPr/>
        <a:lstStyle/>
        <a:p>
          <a:pPr>
            <a:lnSpc>
              <a:spcPct val="100000"/>
            </a:lnSpc>
          </a:pPr>
          <a:r>
            <a:rPr lang="en-US"/>
            <a:t>• No need for installing mobile applications.</a:t>
          </a:r>
        </a:p>
      </dgm:t>
    </dgm:pt>
    <dgm:pt modelId="{32D558D8-4A21-4C0B-9EA5-073A559BA991}" type="parTrans" cxnId="{CE8E622B-AB39-40EE-BBCA-52BDA28D43CE}">
      <dgm:prSet/>
      <dgm:spPr/>
      <dgm:t>
        <a:bodyPr/>
        <a:lstStyle/>
        <a:p>
          <a:endParaRPr lang="en-US"/>
        </a:p>
      </dgm:t>
    </dgm:pt>
    <dgm:pt modelId="{DF58CF2C-0225-4046-B04D-3C956801AC1F}" type="sibTrans" cxnId="{CE8E622B-AB39-40EE-BBCA-52BDA28D43CE}">
      <dgm:prSet/>
      <dgm:spPr/>
      <dgm:t>
        <a:bodyPr/>
        <a:lstStyle/>
        <a:p>
          <a:endParaRPr lang="en-US"/>
        </a:p>
      </dgm:t>
    </dgm:pt>
    <dgm:pt modelId="{45430ABE-6D57-4285-BC5E-1F911F1701C4}">
      <dgm:prSet/>
      <dgm:spPr/>
      <dgm:t>
        <a:bodyPr/>
        <a:lstStyle/>
        <a:p>
          <a:pPr>
            <a:lnSpc>
              <a:spcPct val="100000"/>
            </a:lnSpc>
          </a:pPr>
          <a:r>
            <a:rPr lang="en-US"/>
            <a:t>• Provides easy medicine schedule management.</a:t>
          </a:r>
        </a:p>
      </dgm:t>
    </dgm:pt>
    <dgm:pt modelId="{84DFBE7E-5911-4554-8260-9A96A5A3F472}" type="parTrans" cxnId="{C03A5F8E-F2C7-4FC5-8F19-9DBA7656B23D}">
      <dgm:prSet/>
      <dgm:spPr/>
      <dgm:t>
        <a:bodyPr/>
        <a:lstStyle/>
        <a:p>
          <a:endParaRPr lang="en-US"/>
        </a:p>
      </dgm:t>
    </dgm:pt>
    <dgm:pt modelId="{B44E43AF-C4C2-411C-8097-8ECB85BFE214}" type="sibTrans" cxnId="{C03A5F8E-F2C7-4FC5-8F19-9DBA7656B23D}">
      <dgm:prSet/>
      <dgm:spPr/>
      <dgm:t>
        <a:bodyPr/>
        <a:lstStyle/>
        <a:p>
          <a:endParaRPr lang="en-US"/>
        </a:p>
      </dgm:t>
    </dgm:pt>
    <dgm:pt modelId="{FF0F40B6-2237-4074-B715-CF3DD1F1918B}" type="pres">
      <dgm:prSet presAssocID="{92CCD553-DBA6-407D-98E4-CC68062A435C}" presName="root" presStyleCnt="0">
        <dgm:presLayoutVars>
          <dgm:dir/>
          <dgm:resizeHandles val="exact"/>
        </dgm:presLayoutVars>
      </dgm:prSet>
      <dgm:spPr/>
    </dgm:pt>
    <dgm:pt modelId="{69E9A868-F42E-4D31-AFBC-8CBBFE36B495}" type="pres">
      <dgm:prSet presAssocID="{94EB5D22-45DD-467E-8F93-FF0D5408D066}" presName="compNode" presStyleCnt="0"/>
      <dgm:spPr/>
    </dgm:pt>
    <dgm:pt modelId="{FE341C3D-232A-49E1-A143-B2A1B01D8DDC}" type="pres">
      <dgm:prSet presAssocID="{94EB5D22-45DD-467E-8F93-FF0D5408D066}" presName="bgRect" presStyleLbl="bgShp" presStyleIdx="0" presStyleCnt="4"/>
      <dgm:spPr/>
    </dgm:pt>
    <dgm:pt modelId="{CB023CC5-9AC8-425D-BD93-63EDB1EF2F0C}" type="pres">
      <dgm:prSet presAssocID="{94EB5D22-45DD-467E-8F93-FF0D5408D06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ell"/>
        </a:ext>
      </dgm:extLst>
    </dgm:pt>
    <dgm:pt modelId="{86CA509F-2B1C-42AA-8AC2-85BE45111692}" type="pres">
      <dgm:prSet presAssocID="{94EB5D22-45DD-467E-8F93-FF0D5408D066}" presName="spaceRect" presStyleCnt="0"/>
      <dgm:spPr/>
    </dgm:pt>
    <dgm:pt modelId="{B0C79A68-05B6-4AF3-8964-9B54A8127B16}" type="pres">
      <dgm:prSet presAssocID="{94EB5D22-45DD-467E-8F93-FF0D5408D066}" presName="parTx" presStyleLbl="revTx" presStyleIdx="0" presStyleCnt="4">
        <dgm:presLayoutVars>
          <dgm:chMax val="0"/>
          <dgm:chPref val="0"/>
        </dgm:presLayoutVars>
      </dgm:prSet>
      <dgm:spPr/>
    </dgm:pt>
    <dgm:pt modelId="{7A780438-B1CE-44AB-9B56-56AD57F54B0C}" type="pres">
      <dgm:prSet presAssocID="{ECE9EC9E-3A09-4CB0-8C1C-6E71F39E51FC}" presName="sibTrans" presStyleCnt="0"/>
      <dgm:spPr/>
    </dgm:pt>
    <dgm:pt modelId="{1FDE9DC6-CA4B-473C-A72A-F74CF5475DEA}" type="pres">
      <dgm:prSet presAssocID="{3F77633C-58CE-4649-8225-3E99D48759F3}" presName="compNode" presStyleCnt="0"/>
      <dgm:spPr/>
    </dgm:pt>
    <dgm:pt modelId="{73ABB6F2-7A81-4C71-B508-3B36AA715B16}" type="pres">
      <dgm:prSet presAssocID="{3F77633C-58CE-4649-8225-3E99D48759F3}" presName="bgRect" presStyleLbl="bgShp" presStyleIdx="1" presStyleCnt="4"/>
      <dgm:spPr/>
    </dgm:pt>
    <dgm:pt modelId="{97AFFFE3-58CD-4822-AD72-2C27FF19459C}" type="pres">
      <dgm:prSet presAssocID="{3F77633C-58CE-4649-8225-3E99D48759F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4373C821-E44B-4118-A9F1-61D902A08A0B}" type="pres">
      <dgm:prSet presAssocID="{3F77633C-58CE-4649-8225-3E99D48759F3}" presName="spaceRect" presStyleCnt="0"/>
      <dgm:spPr/>
    </dgm:pt>
    <dgm:pt modelId="{4328B560-8602-470B-9EDA-6E6C93329AFD}" type="pres">
      <dgm:prSet presAssocID="{3F77633C-58CE-4649-8225-3E99D48759F3}" presName="parTx" presStyleLbl="revTx" presStyleIdx="1" presStyleCnt="4">
        <dgm:presLayoutVars>
          <dgm:chMax val="0"/>
          <dgm:chPref val="0"/>
        </dgm:presLayoutVars>
      </dgm:prSet>
      <dgm:spPr/>
    </dgm:pt>
    <dgm:pt modelId="{82D013B9-D3B9-4426-BA31-7F8BB7036AEE}" type="pres">
      <dgm:prSet presAssocID="{C9B58C3E-B828-4321-BAA5-A1F6794ECEED}" presName="sibTrans" presStyleCnt="0"/>
      <dgm:spPr/>
    </dgm:pt>
    <dgm:pt modelId="{23FA8A22-2F1F-4AB6-80C7-3C51F0D2DDA2}" type="pres">
      <dgm:prSet presAssocID="{6BF3F513-CB90-4E21-B824-9873D8E522A6}" presName="compNode" presStyleCnt="0"/>
      <dgm:spPr/>
    </dgm:pt>
    <dgm:pt modelId="{363FE313-B007-4CFD-8BE0-21EC46367681}" type="pres">
      <dgm:prSet presAssocID="{6BF3F513-CB90-4E21-B824-9873D8E522A6}" presName="bgRect" presStyleLbl="bgShp" presStyleIdx="2" presStyleCnt="4"/>
      <dgm:spPr/>
    </dgm:pt>
    <dgm:pt modelId="{DAF72683-1A31-40FD-B765-FF06B45C742E}" type="pres">
      <dgm:prSet presAssocID="{6BF3F513-CB90-4E21-B824-9873D8E522A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mart Phone"/>
        </a:ext>
      </dgm:extLst>
    </dgm:pt>
    <dgm:pt modelId="{B2A63E0D-9A6C-4A7A-92A6-CA66BA7A10E4}" type="pres">
      <dgm:prSet presAssocID="{6BF3F513-CB90-4E21-B824-9873D8E522A6}" presName="spaceRect" presStyleCnt="0"/>
      <dgm:spPr/>
    </dgm:pt>
    <dgm:pt modelId="{11B9E609-0F7D-4992-A207-4EC4767A7CAF}" type="pres">
      <dgm:prSet presAssocID="{6BF3F513-CB90-4E21-B824-9873D8E522A6}" presName="parTx" presStyleLbl="revTx" presStyleIdx="2" presStyleCnt="4">
        <dgm:presLayoutVars>
          <dgm:chMax val="0"/>
          <dgm:chPref val="0"/>
        </dgm:presLayoutVars>
      </dgm:prSet>
      <dgm:spPr/>
    </dgm:pt>
    <dgm:pt modelId="{10ABAC0F-5798-4DDE-A6F3-CCB8DEB87216}" type="pres">
      <dgm:prSet presAssocID="{DF58CF2C-0225-4046-B04D-3C956801AC1F}" presName="sibTrans" presStyleCnt="0"/>
      <dgm:spPr/>
    </dgm:pt>
    <dgm:pt modelId="{4013D0EF-D2AA-4F9B-96F5-A52849E8E95D}" type="pres">
      <dgm:prSet presAssocID="{45430ABE-6D57-4285-BC5E-1F911F1701C4}" presName="compNode" presStyleCnt="0"/>
      <dgm:spPr/>
    </dgm:pt>
    <dgm:pt modelId="{FD64C823-ECEA-49F2-BB10-A9703DE392B5}" type="pres">
      <dgm:prSet presAssocID="{45430ABE-6D57-4285-BC5E-1F911F1701C4}" presName="bgRect" presStyleLbl="bgShp" presStyleIdx="3" presStyleCnt="4"/>
      <dgm:spPr/>
    </dgm:pt>
    <dgm:pt modelId="{C52FBBD6-ABE9-428E-AD9D-2897EEFBA127}" type="pres">
      <dgm:prSet presAssocID="{45430ABE-6D57-4285-BC5E-1F911F1701C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dicine"/>
        </a:ext>
      </dgm:extLst>
    </dgm:pt>
    <dgm:pt modelId="{F65DA89D-6CFC-4D7B-8301-07CF99CFFB75}" type="pres">
      <dgm:prSet presAssocID="{45430ABE-6D57-4285-BC5E-1F911F1701C4}" presName="spaceRect" presStyleCnt="0"/>
      <dgm:spPr/>
    </dgm:pt>
    <dgm:pt modelId="{4E2CD1F5-0203-4810-AF86-9D46BA1ECCC8}" type="pres">
      <dgm:prSet presAssocID="{45430ABE-6D57-4285-BC5E-1F911F1701C4}" presName="parTx" presStyleLbl="revTx" presStyleIdx="3" presStyleCnt="4">
        <dgm:presLayoutVars>
          <dgm:chMax val="0"/>
          <dgm:chPref val="0"/>
        </dgm:presLayoutVars>
      </dgm:prSet>
      <dgm:spPr/>
    </dgm:pt>
  </dgm:ptLst>
  <dgm:cxnLst>
    <dgm:cxn modelId="{CE8E622B-AB39-40EE-BBCA-52BDA28D43CE}" srcId="{92CCD553-DBA6-407D-98E4-CC68062A435C}" destId="{6BF3F513-CB90-4E21-B824-9873D8E522A6}" srcOrd="2" destOrd="0" parTransId="{32D558D8-4A21-4C0B-9EA5-073A559BA991}" sibTransId="{DF58CF2C-0225-4046-B04D-3C956801AC1F}"/>
    <dgm:cxn modelId="{BB0B1937-1C71-4871-96D6-F67E23BCF222}" type="presOf" srcId="{92CCD553-DBA6-407D-98E4-CC68062A435C}" destId="{FF0F40B6-2237-4074-B715-CF3DD1F1918B}" srcOrd="0" destOrd="0" presId="urn:microsoft.com/office/officeart/2018/2/layout/IconVerticalSolidList"/>
    <dgm:cxn modelId="{BF74005D-D48A-43AE-8FB9-44BB63C1B3D0}" type="presOf" srcId="{6BF3F513-CB90-4E21-B824-9873D8E522A6}" destId="{11B9E609-0F7D-4992-A207-4EC4767A7CAF}" srcOrd="0" destOrd="0" presId="urn:microsoft.com/office/officeart/2018/2/layout/IconVerticalSolidList"/>
    <dgm:cxn modelId="{C03A5F8E-F2C7-4FC5-8F19-9DBA7656B23D}" srcId="{92CCD553-DBA6-407D-98E4-CC68062A435C}" destId="{45430ABE-6D57-4285-BC5E-1F911F1701C4}" srcOrd="3" destOrd="0" parTransId="{84DFBE7E-5911-4554-8260-9A96A5A3F472}" sibTransId="{B44E43AF-C4C2-411C-8097-8ECB85BFE214}"/>
    <dgm:cxn modelId="{34F4958E-2FE3-4B69-8763-35EF9552B028}" srcId="{92CCD553-DBA6-407D-98E4-CC68062A435C}" destId="{94EB5D22-45DD-467E-8F93-FF0D5408D066}" srcOrd="0" destOrd="0" parTransId="{D87B1F48-899C-4D78-A38B-ACBACA1985FC}" sibTransId="{ECE9EC9E-3A09-4CB0-8C1C-6E71F39E51FC}"/>
    <dgm:cxn modelId="{E126F2AE-714C-4E06-A97E-087F77B87258}" type="presOf" srcId="{3F77633C-58CE-4649-8225-3E99D48759F3}" destId="{4328B560-8602-470B-9EDA-6E6C93329AFD}" srcOrd="0" destOrd="0" presId="urn:microsoft.com/office/officeart/2018/2/layout/IconVerticalSolidList"/>
    <dgm:cxn modelId="{E431CEAF-9741-4528-B585-761A859A082A}" srcId="{92CCD553-DBA6-407D-98E4-CC68062A435C}" destId="{3F77633C-58CE-4649-8225-3E99D48759F3}" srcOrd="1" destOrd="0" parTransId="{913B9FFC-CE0F-47B3-9784-B59B82F4ACC9}" sibTransId="{C9B58C3E-B828-4321-BAA5-A1F6794ECEED}"/>
    <dgm:cxn modelId="{E90E26EE-3F2F-4E4E-8FAF-DA8C041150B7}" type="presOf" srcId="{45430ABE-6D57-4285-BC5E-1F911F1701C4}" destId="{4E2CD1F5-0203-4810-AF86-9D46BA1ECCC8}" srcOrd="0" destOrd="0" presId="urn:microsoft.com/office/officeart/2018/2/layout/IconVerticalSolidList"/>
    <dgm:cxn modelId="{813C33FC-3921-4FAA-806E-A4748A0F81AF}" type="presOf" srcId="{94EB5D22-45DD-467E-8F93-FF0D5408D066}" destId="{B0C79A68-05B6-4AF3-8964-9B54A8127B16}" srcOrd="0" destOrd="0" presId="urn:microsoft.com/office/officeart/2018/2/layout/IconVerticalSolidList"/>
    <dgm:cxn modelId="{EFAF1457-1A7A-407E-8E07-8EBE81FB665B}" type="presParOf" srcId="{FF0F40B6-2237-4074-B715-CF3DD1F1918B}" destId="{69E9A868-F42E-4D31-AFBC-8CBBFE36B495}" srcOrd="0" destOrd="0" presId="urn:microsoft.com/office/officeart/2018/2/layout/IconVerticalSolidList"/>
    <dgm:cxn modelId="{8C96CE3D-8F98-40AB-AF97-0C9307C4EFB1}" type="presParOf" srcId="{69E9A868-F42E-4D31-AFBC-8CBBFE36B495}" destId="{FE341C3D-232A-49E1-A143-B2A1B01D8DDC}" srcOrd="0" destOrd="0" presId="urn:microsoft.com/office/officeart/2018/2/layout/IconVerticalSolidList"/>
    <dgm:cxn modelId="{9BFAAB96-4C9D-45F4-8678-796F8B35475F}" type="presParOf" srcId="{69E9A868-F42E-4D31-AFBC-8CBBFE36B495}" destId="{CB023CC5-9AC8-425D-BD93-63EDB1EF2F0C}" srcOrd="1" destOrd="0" presId="urn:microsoft.com/office/officeart/2018/2/layout/IconVerticalSolidList"/>
    <dgm:cxn modelId="{89E6CA34-0F2D-42BF-979D-C0BC7F8E6634}" type="presParOf" srcId="{69E9A868-F42E-4D31-AFBC-8CBBFE36B495}" destId="{86CA509F-2B1C-42AA-8AC2-85BE45111692}" srcOrd="2" destOrd="0" presId="urn:microsoft.com/office/officeart/2018/2/layout/IconVerticalSolidList"/>
    <dgm:cxn modelId="{A80D3193-332D-4070-BA02-4B1F53A9F26A}" type="presParOf" srcId="{69E9A868-F42E-4D31-AFBC-8CBBFE36B495}" destId="{B0C79A68-05B6-4AF3-8964-9B54A8127B16}" srcOrd="3" destOrd="0" presId="urn:microsoft.com/office/officeart/2018/2/layout/IconVerticalSolidList"/>
    <dgm:cxn modelId="{3AD33335-4B5B-42F9-9C26-EE4DE72A247D}" type="presParOf" srcId="{FF0F40B6-2237-4074-B715-CF3DD1F1918B}" destId="{7A780438-B1CE-44AB-9B56-56AD57F54B0C}" srcOrd="1" destOrd="0" presId="urn:microsoft.com/office/officeart/2018/2/layout/IconVerticalSolidList"/>
    <dgm:cxn modelId="{0AE628C9-3E1B-488C-8BFF-B9A962A10D84}" type="presParOf" srcId="{FF0F40B6-2237-4074-B715-CF3DD1F1918B}" destId="{1FDE9DC6-CA4B-473C-A72A-F74CF5475DEA}" srcOrd="2" destOrd="0" presId="urn:microsoft.com/office/officeart/2018/2/layout/IconVerticalSolidList"/>
    <dgm:cxn modelId="{1FCFC6E2-DD2B-47E5-8CC7-BA319ECB2CCF}" type="presParOf" srcId="{1FDE9DC6-CA4B-473C-A72A-F74CF5475DEA}" destId="{73ABB6F2-7A81-4C71-B508-3B36AA715B16}" srcOrd="0" destOrd="0" presId="urn:microsoft.com/office/officeart/2018/2/layout/IconVerticalSolidList"/>
    <dgm:cxn modelId="{7F229A4A-CD5A-47DF-B4C3-C1998B19E757}" type="presParOf" srcId="{1FDE9DC6-CA4B-473C-A72A-F74CF5475DEA}" destId="{97AFFFE3-58CD-4822-AD72-2C27FF19459C}" srcOrd="1" destOrd="0" presId="urn:microsoft.com/office/officeart/2018/2/layout/IconVerticalSolidList"/>
    <dgm:cxn modelId="{697E0524-84E2-42B2-A677-59C960C9BFCD}" type="presParOf" srcId="{1FDE9DC6-CA4B-473C-A72A-F74CF5475DEA}" destId="{4373C821-E44B-4118-A9F1-61D902A08A0B}" srcOrd="2" destOrd="0" presId="urn:microsoft.com/office/officeart/2018/2/layout/IconVerticalSolidList"/>
    <dgm:cxn modelId="{947601A5-878F-4C31-903F-FB12964B146A}" type="presParOf" srcId="{1FDE9DC6-CA4B-473C-A72A-F74CF5475DEA}" destId="{4328B560-8602-470B-9EDA-6E6C93329AFD}" srcOrd="3" destOrd="0" presId="urn:microsoft.com/office/officeart/2018/2/layout/IconVerticalSolidList"/>
    <dgm:cxn modelId="{25D6341C-3EBB-409D-974D-5345ED1F05F9}" type="presParOf" srcId="{FF0F40B6-2237-4074-B715-CF3DD1F1918B}" destId="{82D013B9-D3B9-4426-BA31-7F8BB7036AEE}" srcOrd="3" destOrd="0" presId="urn:microsoft.com/office/officeart/2018/2/layout/IconVerticalSolidList"/>
    <dgm:cxn modelId="{BC6A44FE-E1D7-47CD-9D34-BAA874475326}" type="presParOf" srcId="{FF0F40B6-2237-4074-B715-CF3DD1F1918B}" destId="{23FA8A22-2F1F-4AB6-80C7-3C51F0D2DDA2}" srcOrd="4" destOrd="0" presId="urn:microsoft.com/office/officeart/2018/2/layout/IconVerticalSolidList"/>
    <dgm:cxn modelId="{EC980169-57C8-4AC9-939F-613097EA9674}" type="presParOf" srcId="{23FA8A22-2F1F-4AB6-80C7-3C51F0D2DDA2}" destId="{363FE313-B007-4CFD-8BE0-21EC46367681}" srcOrd="0" destOrd="0" presId="urn:microsoft.com/office/officeart/2018/2/layout/IconVerticalSolidList"/>
    <dgm:cxn modelId="{5F071AE0-DF9C-4298-AB6D-E7D8D4A5AE50}" type="presParOf" srcId="{23FA8A22-2F1F-4AB6-80C7-3C51F0D2DDA2}" destId="{DAF72683-1A31-40FD-B765-FF06B45C742E}" srcOrd="1" destOrd="0" presId="urn:microsoft.com/office/officeart/2018/2/layout/IconVerticalSolidList"/>
    <dgm:cxn modelId="{AB3A491A-69FC-49A2-A1AF-C6C5A14520AB}" type="presParOf" srcId="{23FA8A22-2F1F-4AB6-80C7-3C51F0D2DDA2}" destId="{B2A63E0D-9A6C-4A7A-92A6-CA66BA7A10E4}" srcOrd="2" destOrd="0" presId="urn:microsoft.com/office/officeart/2018/2/layout/IconVerticalSolidList"/>
    <dgm:cxn modelId="{59C5DDE3-37A7-4658-83FA-314BB5C6B105}" type="presParOf" srcId="{23FA8A22-2F1F-4AB6-80C7-3C51F0D2DDA2}" destId="{11B9E609-0F7D-4992-A207-4EC4767A7CAF}" srcOrd="3" destOrd="0" presId="urn:microsoft.com/office/officeart/2018/2/layout/IconVerticalSolidList"/>
    <dgm:cxn modelId="{62F616CE-FF7F-4BF1-951C-864AA5879888}" type="presParOf" srcId="{FF0F40B6-2237-4074-B715-CF3DD1F1918B}" destId="{10ABAC0F-5798-4DDE-A6F3-CCB8DEB87216}" srcOrd="5" destOrd="0" presId="urn:microsoft.com/office/officeart/2018/2/layout/IconVerticalSolidList"/>
    <dgm:cxn modelId="{98BB769C-CA33-49B3-AA44-4422D7F5675A}" type="presParOf" srcId="{FF0F40B6-2237-4074-B715-CF3DD1F1918B}" destId="{4013D0EF-D2AA-4F9B-96F5-A52849E8E95D}" srcOrd="6" destOrd="0" presId="urn:microsoft.com/office/officeart/2018/2/layout/IconVerticalSolidList"/>
    <dgm:cxn modelId="{CB9DE457-9469-49D8-884C-4AA2A640C8E0}" type="presParOf" srcId="{4013D0EF-D2AA-4F9B-96F5-A52849E8E95D}" destId="{FD64C823-ECEA-49F2-BB10-A9703DE392B5}" srcOrd="0" destOrd="0" presId="urn:microsoft.com/office/officeart/2018/2/layout/IconVerticalSolidList"/>
    <dgm:cxn modelId="{606A6124-EDDC-45A7-AE43-8EA4812D931D}" type="presParOf" srcId="{4013D0EF-D2AA-4F9B-96F5-A52849E8E95D}" destId="{C52FBBD6-ABE9-428E-AD9D-2897EEFBA127}" srcOrd="1" destOrd="0" presId="urn:microsoft.com/office/officeart/2018/2/layout/IconVerticalSolidList"/>
    <dgm:cxn modelId="{5AE6CD30-52B0-461B-98EA-AC7C8407331A}" type="presParOf" srcId="{4013D0EF-D2AA-4F9B-96F5-A52849E8E95D}" destId="{F65DA89D-6CFC-4D7B-8301-07CF99CFFB75}" srcOrd="2" destOrd="0" presId="urn:microsoft.com/office/officeart/2018/2/layout/IconVerticalSolidList"/>
    <dgm:cxn modelId="{8F5D3B90-86C5-4452-B1E4-7D5C88D1AC96}" type="presParOf" srcId="{4013D0EF-D2AA-4F9B-96F5-A52849E8E95D}" destId="{4E2CD1F5-0203-4810-AF86-9D46BA1ECCC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303FD05-8BA8-442D-B224-2403B695F43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C680C8F-3149-4849-85DA-0D984426646F}">
      <dgm:prSet/>
      <dgm:spPr/>
      <dgm:t>
        <a:bodyPr/>
        <a:lstStyle/>
        <a:p>
          <a:r>
            <a:rPr lang="en-US" b="1" i="0" baseline="0"/>
            <a:t>Automated Notifications:</a:t>
          </a:r>
          <a:br>
            <a:rPr lang="en-US" b="0" i="0" baseline="0"/>
          </a:br>
          <a:r>
            <a:rPr lang="en-US" b="0" i="0" baseline="0"/>
            <a:t>Add real-time alerts (mobile notifications, emails) to remind users to take medicines on time. </a:t>
          </a:r>
          <a:endParaRPr lang="en-US"/>
        </a:p>
      </dgm:t>
    </dgm:pt>
    <dgm:pt modelId="{645485E6-B2C4-4AE8-AB4C-5C15ACB1137F}" type="parTrans" cxnId="{392F543D-BA88-49F5-932C-B5F8BFC50429}">
      <dgm:prSet/>
      <dgm:spPr/>
      <dgm:t>
        <a:bodyPr/>
        <a:lstStyle/>
        <a:p>
          <a:endParaRPr lang="en-US"/>
        </a:p>
      </dgm:t>
    </dgm:pt>
    <dgm:pt modelId="{27E41364-6FE1-40EF-BCB0-68C7F7B6976D}" type="sibTrans" cxnId="{392F543D-BA88-49F5-932C-B5F8BFC50429}">
      <dgm:prSet/>
      <dgm:spPr/>
      <dgm:t>
        <a:bodyPr/>
        <a:lstStyle/>
        <a:p>
          <a:endParaRPr lang="en-US"/>
        </a:p>
      </dgm:t>
    </dgm:pt>
    <dgm:pt modelId="{E4AF6B5B-69DC-4F99-8826-AF2A485D42E6}">
      <dgm:prSet/>
      <dgm:spPr/>
      <dgm:t>
        <a:bodyPr/>
        <a:lstStyle/>
        <a:p>
          <a:r>
            <a:rPr lang="en-US" b="1" i="0" baseline="0"/>
            <a:t>Mobile Application Development:</a:t>
          </a:r>
          <a:br>
            <a:rPr lang="en-US" b="0" i="0" baseline="0"/>
          </a:br>
          <a:r>
            <a:rPr lang="en-US" b="0" i="0" baseline="0"/>
            <a:t>Develop an Android/iOS app for easy access anywhere. </a:t>
          </a:r>
          <a:endParaRPr lang="en-US"/>
        </a:p>
      </dgm:t>
    </dgm:pt>
    <dgm:pt modelId="{6913D7ED-E9F3-4FDB-8BA6-00DD7EAD41DC}" type="parTrans" cxnId="{9AAFB986-B6FF-4E0F-ADEB-50E221884F7A}">
      <dgm:prSet/>
      <dgm:spPr/>
      <dgm:t>
        <a:bodyPr/>
        <a:lstStyle/>
        <a:p>
          <a:endParaRPr lang="en-US"/>
        </a:p>
      </dgm:t>
    </dgm:pt>
    <dgm:pt modelId="{40A97087-3DCA-4BB4-936B-9226107D9C86}" type="sibTrans" cxnId="{9AAFB986-B6FF-4E0F-ADEB-50E221884F7A}">
      <dgm:prSet/>
      <dgm:spPr/>
      <dgm:t>
        <a:bodyPr/>
        <a:lstStyle/>
        <a:p>
          <a:endParaRPr lang="en-US"/>
        </a:p>
      </dgm:t>
    </dgm:pt>
    <dgm:pt modelId="{3B61876C-AF15-42F7-9E0E-3BA9EC642653}">
      <dgm:prSet/>
      <dgm:spPr/>
      <dgm:t>
        <a:bodyPr/>
        <a:lstStyle/>
        <a:p>
          <a:r>
            <a:rPr lang="en-US" b="1" i="0" baseline="0"/>
            <a:t>AI-Based Personalization:</a:t>
          </a:r>
          <a:br>
            <a:rPr lang="en-US" b="0" i="0" baseline="0"/>
          </a:br>
          <a:r>
            <a:rPr lang="en-US" b="0" i="0" baseline="0"/>
            <a:t>Use Artificial Intelligence to suggest personalized medication reminders and health tips. </a:t>
          </a:r>
          <a:endParaRPr lang="en-US"/>
        </a:p>
      </dgm:t>
    </dgm:pt>
    <dgm:pt modelId="{8E421F2E-12C0-4DD5-B30A-CE479135A63A}" type="parTrans" cxnId="{2D5534CF-4D58-4D21-84B6-779195236365}">
      <dgm:prSet/>
      <dgm:spPr/>
      <dgm:t>
        <a:bodyPr/>
        <a:lstStyle/>
        <a:p>
          <a:endParaRPr lang="en-US"/>
        </a:p>
      </dgm:t>
    </dgm:pt>
    <dgm:pt modelId="{E96CE014-41E6-443E-B6F3-127634160D0D}" type="sibTrans" cxnId="{2D5534CF-4D58-4D21-84B6-779195236365}">
      <dgm:prSet/>
      <dgm:spPr/>
      <dgm:t>
        <a:bodyPr/>
        <a:lstStyle/>
        <a:p>
          <a:endParaRPr lang="en-US"/>
        </a:p>
      </dgm:t>
    </dgm:pt>
    <dgm:pt modelId="{9F47ED98-357B-45ED-92F7-6099E076F41C}">
      <dgm:prSet/>
      <dgm:spPr/>
      <dgm:t>
        <a:bodyPr/>
        <a:lstStyle/>
        <a:p>
          <a:r>
            <a:rPr lang="en-US" b="1"/>
            <a:t>Multi-User Support:</a:t>
          </a:r>
          <a:br>
            <a:rPr lang="en-US"/>
          </a:br>
          <a:r>
            <a:rPr lang="en-US"/>
            <a:t>Allow family members or caregivers to manage medications for others.</a:t>
          </a:r>
        </a:p>
      </dgm:t>
    </dgm:pt>
    <dgm:pt modelId="{ACB941FA-1780-4C92-9EC9-B64EFDDBC8C8}" type="parTrans" cxnId="{6AABAA6C-BD86-482D-8219-CDE5F3F9EB9C}">
      <dgm:prSet/>
      <dgm:spPr/>
      <dgm:t>
        <a:bodyPr/>
        <a:lstStyle/>
        <a:p>
          <a:endParaRPr lang="en-US"/>
        </a:p>
      </dgm:t>
    </dgm:pt>
    <dgm:pt modelId="{01B5CB7E-4AFB-417A-8675-9BB3178FF7D8}" type="sibTrans" cxnId="{6AABAA6C-BD86-482D-8219-CDE5F3F9EB9C}">
      <dgm:prSet/>
      <dgm:spPr/>
      <dgm:t>
        <a:bodyPr/>
        <a:lstStyle/>
        <a:p>
          <a:endParaRPr lang="en-US"/>
        </a:p>
      </dgm:t>
    </dgm:pt>
    <dgm:pt modelId="{DE54F840-4E19-4503-A474-4E695683C8BC}" type="pres">
      <dgm:prSet presAssocID="{F303FD05-8BA8-442D-B224-2403B695F436}" presName="linear" presStyleCnt="0">
        <dgm:presLayoutVars>
          <dgm:animLvl val="lvl"/>
          <dgm:resizeHandles val="exact"/>
        </dgm:presLayoutVars>
      </dgm:prSet>
      <dgm:spPr/>
    </dgm:pt>
    <dgm:pt modelId="{A7442C1D-9068-4971-9BBC-D130DA45D024}" type="pres">
      <dgm:prSet presAssocID="{1C680C8F-3149-4849-85DA-0D984426646F}" presName="parentText" presStyleLbl="node1" presStyleIdx="0" presStyleCnt="4">
        <dgm:presLayoutVars>
          <dgm:chMax val="0"/>
          <dgm:bulletEnabled val="1"/>
        </dgm:presLayoutVars>
      </dgm:prSet>
      <dgm:spPr/>
    </dgm:pt>
    <dgm:pt modelId="{4A2B7355-4BE0-4AFE-BA03-0F265EBC0D3C}" type="pres">
      <dgm:prSet presAssocID="{27E41364-6FE1-40EF-BCB0-68C7F7B6976D}" presName="spacer" presStyleCnt="0"/>
      <dgm:spPr/>
    </dgm:pt>
    <dgm:pt modelId="{23FE2AE9-BFC3-413A-9D53-C69284C8A532}" type="pres">
      <dgm:prSet presAssocID="{E4AF6B5B-69DC-4F99-8826-AF2A485D42E6}" presName="parentText" presStyleLbl="node1" presStyleIdx="1" presStyleCnt="4">
        <dgm:presLayoutVars>
          <dgm:chMax val="0"/>
          <dgm:bulletEnabled val="1"/>
        </dgm:presLayoutVars>
      </dgm:prSet>
      <dgm:spPr/>
    </dgm:pt>
    <dgm:pt modelId="{A17AA4F2-64CD-444D-AA1E-B88D88D5710B}" type="pres">
      <dgm:prSet presAssocID="{40A97087-3DCA-4BB4-936B-9226107D9C86}" presName="spacer" presStyleCnt="0"/>
      <dgm:spPr/>
    </dgm:pt>
    <dgm:pt modelId="{09B52BF5-FA73-4D82-B440-64FA7D17C1F3}" type="pres">
      <dgm:prSet presAssocID="{3B61876C-AF15-42F7-9E0E-3BA9EC642653}" presName="parentText" presStyleLbl="node1" presStyleIdx="2" presStyleCnt="4">
        <dgm:presLayoutVars>
          <dgm:chMax val="0"/>
          <dgm:bulletEnabled val="1"/>
        </dgm:presLayoutVars>
      </dgm:prSet>
      <dgm:spPr/>
    </dgm:pt>
    <dgm:pt modelId="{DB7DC6BA-A71E-46A8-A8D1-BF0592472958}" type="pres">
      <dgm:prSet presAssocID="{E96CE014-41E6-443E-B6F3-127634160D0D}" presName="spacer" presStyleCnt="0"/>
      <dgm:spPr/>
    </dgm:pt>
    <dgm:pt modelId="{E8B2F0D3-3D2C-47B2-8EFC-B66F5A56CDEF}" type="pres">
      <dgm:prSet presAssocID="{9F47ED98-357B-45ED-92F7-6099E076F41C}" presName="parentText" presStyleLbl="node1" presStyleIdx="3" presStyleCnt="4">
        <dgm:presLayoutVars>
          <dgm:chMax val="0"/>
          <dgm:bulletEnabled val="1"/>
        </dgm:presLayoutVars>
      </dgm:prSet>
      <dgm:spPr/>
    </dgm:pt>
  </dgm:ptLst>
  <dgm:cxnLst>
    <dgm:cxn modelId="{BDBAAB16-CF94-48F3-A862-5159A3511A1D}" type="presOf" srcId="{9F47ED98-357B-45ED-92F7-6099E076F41C}" destId="{E8B2F0D3-3D2C-47B2-8EFC-B66F5A56CDEF}" srcOrd="0" destOrd="0" presId="urn:microsoft.com/office/officeart/2005/8/layout/vList2"/>
    <dgm:cxn modelId="{E0A0A524-C3B8-4B24-A955-24607A14BC3D}" type="presOf" srcId="{E4AF6B5B-69DC-4F99-8826-AF2A485D42E6}" destId="{23FE2AE9-BFC3-413A-9D53-C69284C8A532}" srcOrd="0" destOrd="0" presId="urn:microsoft.com/office/officeart/2005/8/layout/vList2"/>
    <dgm:cxn modelId="{392F543D-BA88-49F5-932C-B5F8BFC50429}" srcId="{F303FD05-8BA8-442D-B224-2403B695F436}" destId="{1C680C8F-3149-4849-85DA-0D984426646F}" srcOrd="0" destOrd="0" parTransId="{645485E6-B2C4-4AE8-AB4C-5C15ACB1137F}" sibTransId="{27E41364-6FE1-40EF-BCB0-68C7F7B6976D}"/>
    <dgm:cxn modelId="{3CBE625F-8AD8-443F-892B-206B3E139EC0}" type="presOf" srcId="{F303FD05-8BA8-442D-B224-2403B695F436}" destId="{DE54F840-4E19-4503-A474-4E695683C8BC}" srcOrd="0" destOrd="0" presId="urn:microsoft.com/office/officeart/2005/8/layout/vList2"/>
    <dgm:cxn modelId="{1ED8D644-46C0-4F3B-8C77-A5B51D0FAE7A}" type="presOf" srcId="{3B61876C-AF15-42F7-9E0E-3BA9EC642653}" destId="{09B52BF5-FA73-4D82-B440-64FA7D17C1F3}" srcOrd="0" destOrd="0" presId="urn:microsoft.com/office/officeart/2005/8/layout/vList2"/>
    <dgm:cxn modelId="{6AABAA6C-BD86-482D-8219-CDE5F3F9EB9C}" srcId="{F303FD05-8BA8-442D-B224-2403B695F436}" destId="{9F47ED98-357B-45ED-92F7-6099E076F41C}" srcOrd="3" destOrd="0" parTransId="{ACB941FA-1780-4C92-9EC9-B64EFDDBC8C8}" sibTransId="{01B5CB7E-4AFB-417A-8675-9BB3178FF7D8}"/>
    <dgm:cxn modelId="{9AAFB986-B6FF-4E0F-ADEB-50E221884F7A}" srcId="{F303FD05-8BA8-442D-B224-2403B695F436}" destId="{E4AF6B5B-69DC-4F99-8826-AF2A485D42E6}" srcOrd="1" destOrd="0" parTransId="{6913D7ED-E9F3-4FDB-8BA6-00DD7EAD41DC}" sibTransId="{40A97087-3DCA-4BB4-936B-9226107D9C86}"/>
    <dgm:cxn modelId="{2D5534CF-4D58-4D21-84B6-779195236365}" srcId="{F303FD05-8BA8-442D-B224-2403B695F436}" destId="{3B61876C-AF15-42F7-9E0E-3BA9EC642653}" srcOrd="2" destOrd="0" parTransId="{8E421F2E-12C0-4DD5-B30A-CE479135A63A}" sibTransId="{E96CE014-41E6-443E-B6F3-127634160D0D}"/>
    <dgm:cxn modelId="{B9C5ABE1-6745-4961-B44D-44E3DCCA8A49}" type="presOf" srcId="{1C680C8F-3149-4849-85DA-0D984426646F}" destId="{A7442C1D-9068-4971-9BBC-D130DA45D024}" srcOrd="0" destOrd="0" presId="urn:microsoft.com/office/officeart/2005/8/layout/vList2"/>
    <dgm:cxn modelId="{DB49BDAD-ECA7-48AD-813A-FE9B7EEE1B39}" type="presParOf" srcId="{DE54F840-4E19-4503-A474-4E695683C8BC}" destId="{A7442C1D-9068-4971-9BBC-D130DA45D024}" srcOrd="0" destOrd="0" presId="urn:microsoft.com/office/officeart/2005/8/layout/vList2"/>
    <dgm:cxn modelId="{04B77A6A-15D3-483A-B141-2692A1CC0B21}" type="presParOf" srcId="{DE54F840-4E19-4503-A474-4E695683C8BC}" destId="{4A2B7355-4BE0-4AFE-BA03-0F265EBC0D3C}" srcOrd="1" destOrd="0" presId="urn:microsoft.com/office/officeart/2005/8/layout/vList2"/>
    <dgm:cxn modelId="{57FB82A8-CD1A-4A6D-A383-DE350336962B}" type="presParOf" srcId="{DE54F840-4E19-4503-A474-4E695683C8BC}" destId="{23FE2AE9-BFC3-413A-9D53-C69284C8A532}" srcOrd="2" destOrd="0" presId="urn:microsoft.com/office/officeart/2005/8/layout/vList2"/>
    <dgm:cxn modelId="{DD7A8832-9B8C-4526-B0D7-38006141F454}" type="presParOf" srcId="{DE54F840-4E19-4503-A474-4E695683C8BC}" destId="{A17AA4F2-64CD-444D-AA1E-B88D88D5710B}" srcOrd="3" destOrd="0" presId="urn:microsoft.com/office/officeart/2005/8/layout/vList2"/>
    <dgm:cxn modelId="{2F6BCA72-7979-4C74-8C1C-0B6AD5CB7D4F}" type="presParOf" srcId="{DE54F840-4E19-4503-A474-4E695683C8BC}" destId="{09B52BF5-FA73-4D82-B440-64FA7D17C1F3}" srcOrd="4" destOrd="0" presId="urn:microsoft.com/office/officeart/2005/8/layout/vList2"/>
    <dgm:cxn modelId="{974F1931-FD7A-4A39-9389-3A1711CE94AF}" type="presParOf" srcId="{DE54F840-4E19-4503-A474-4E695683C8BC}" destId="{DB7DC6BA-A71E-46A8-A8D1-BF0592472958}" srcOrd="5" destOrd="0" presId="urn:microsoft.com/office/officeart/2005/8/layout/vList2"/>
    <dgm:cxn modelId="{E8DD0A03-22D9-44D8-BA64-8BDDEA6D7DD2}" type="presParOf" srcId="{DE54F840-4E19-4503-A474-4E695683C8BC}" destId="{E8B2F0D3-3D2C-47B2-8EFC-B66F5A56CDE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262515-BE02-419E-95AA-4AD950B05E2E}">
      <dsp:nvSpPr>
        <dsp:cNvPr id="0" name=""/>
        <dsp:cNvSpPr/>
      </dsp:nvSpPr>
      <dsp:spPr>
        <a:xfrm>
          <a:off x="0" y="231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E0477C-F77A-426F-8FFB-C1DA38FE58BC}">
      <dsp:nvSpPr>
        <dsp:cNvPr id="0" name=""/>
        <dsp:cNvSpPr/>
      </dsp:nvSpPr>
      <dsp:spPr>
        <a:xfrm>
          <a:off x="355657" y="26685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7A4C28-C838-49E8-912E-85EA2507339E}">
      <dsp:nvSpPr>
        <dsp:cNvPr id="0" name=""/>
        <dsp:cNvSpPr/>
      </dsp:nvSpPr>
      <dsp:spPr>
        <a:xfrm>
          <a:off x="1357965" y="231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dirty="0"/>
            <a:t>• Notification based reminders</a:t>
          </a:r>
        </a:p>
      </dsp:txBody>
      <dsp:txXfrm>
        <a:off x="1357965" y="2319"/>
        <a:ext cx="3325983" cy="1175727"/>
      </dsp:txXfrm>
    </dsp:sp>
    <dsp:sp modelId="{1A25DEA2-3164-4847-AF4C-01F13BA0729F}">
      <dsp:nvSpPr>
        <dsp:cNvPr id="0" name=""/>
        <dsp:cNvSpPr/>
      </dsp:nvSpPr>
      <dsp:spPr>
        <a:xfrm>
          <a:off x="0" y="147197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63378C-32A8-4993-BE55-8773E4E4A821}">
      <dsp:nvSpPr>
        <dsp:cNvPr id="0" name=""/>
        <dsp:cNvSpPr/>
      </dsp:nvSpPr>
      <dsp:spPr>
        <a:xfrm>
          <a:off x="355657" y="173651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B379858-760D-4C63-B270-92893AC2E73E}">
      <dsp:nvSpPr>
        <dsp:cNvPr id="0" name=""/>
        <dsp:cNvSpPr/>
      </dsp:nvSpPr>
      <dsp:spPr>
        <a:xfrm>
          <a:off x="1357965" y="147197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Mobile phone reminders</a:t>
          </a:r>
        </a:p>
      </dsp:txBody>
      <dsp:txXfrm>
        <a:off x="1357965" y="1471979"/>
        <a:ext cx="3325983" cy="1175727"/>
      </dsp:txXfrm>
    </dsp:sp>
    <dsp:sp modelId="{16219F53-4A4D-441B-A411-D766D87D7C66}">
      <dsp:nvSpPr>
        <dsp:cNvPr id="0" name=""/>
        <dsp:cNvSpPr/>
      </dsp:nvSpPr>
      <dsp:spPr>
        <a:xfrm>
          <a:off x="0" y="294163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359EBE-6C47-4619-B0C8-7C3F10408585}">
      <dsp:nvSpPr>
        <dsp:cNvPr id="0" name=""/>
        <dsp:cNvSpPr/>
      </dsp:nvSpPr>
      <dsp:spPr>
        <a:xfrm>
          <a:off x="355657" y="320617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4CA43F6-426F-424B-BFDB-16D984F6D5C8}">
      <dsp:nvSpPr>
        <dsp:cNvPr id="0" name=""/>
        <dsp:cNvSpPr/>
      </dsp:nvSpPr>
      <dsp:spPr>
        <a:xfrm>
          <a:off x="1357965" y="294163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Manual medicine tracking</a:t>
          </a:r>
        </a:p>
      </dsp:txBody>
      <dsp:txXfrm>
        <a:off x="1357965" y="2941639"/>
        <a:ext cx="3325983" cy="1175727"/>
      </dsp:txXfrm>
    </dsp:sp>
    <dsp:sp modelId="{23735C38-E20C-48A8-BFD8-69706FF7B0E1}">
      <dsp:nvSpPr>
        <dsp:cNvPr id="0" name=""/>
        <dsp:cNvSpPr/>
      </dsp:nvSpPr>
      <dsp:spPr>
        <a:xfrm>
          <a:off x="0" y="441129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FB00FD-0B9A-43F3-8586-BFF29B1FD8C1}">
      <dsp:nvSpPr>
        <dsp:cNvPr id="0" name=""/>
        <dsp:cNvSpPr/>
      </dsp:nvSpPr>
      <dsp:spPr>
        <a:xfrm>
          <a:off x="355657" y="467583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FD2B785-08EC-4083-8B63-C779157671ED}">
      <dsp:nvSpPr>
        <dsp:cNvPr id="0" name=""/>
        <dsp:cNvSpPr/>
      </dsp:nvSpPr>
      <dsp:spPr>
        <a:xfrm>
          <a:off x="1357965" y="441129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Calendar based reminders</a:t>
          </a:r>
        </a:p>
      </dsp:txBody>
      <dsp:txXfrm>
        <a:off x="1357965" y="4411299"/>
        <a:ext cx="3325983" cy="11757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CBC997-01E4-4795-A2C9-1148CE37DD12}">
      <dsp:nvSpPr>
        <dsp:cNvPr id="0" name=""/>
        <dsp:cNvSpPr/>
      </dsp:nvSpPr>
      <dsp:spPr>
        <a:xfrm>
          <a:off x="0" y="231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6E5DBB-6838-4781-B843-95E1A6B01BEB}">
      <dsp:nvSpPr>
        <dsp:cNvPr id="0" name=""/>
        <dsp:cNvSpPr/>
      </dsp:nvSpPr>
      <dsp:spPr>
        <a:xfrm>
          <a:off x="355657" y="26685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1076573-1473-459F-8D4C-A0750F51287E}">
      <dsp:nvSpPr>
        <dsp:cNvPr id="0" name=""/>
        <dsp:cNvSpPr/>
      </dsp:nvSpPr>
      <dsp:spPr>
        <a:xfrm>
          <a:off x="1357965" y="231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dirty="0"/>
            <a:t>• Users may ignore </a:t>
          </a:r>
          <a:r>
            <a:rPr lang="en-US" sz="2200" kern="1200" dirty="0" err="1"/>
            <a:t>nofications</a:t>
          </a:r>
          <a:r>
            <a:rPr lang="en-US" sz="2200" kern="1200" dirty="0"/>
            <a:t> reminders.</a:t>
          </a:r>
        </a:p>
      </dsp:txBody>
      <dsp:txXfrm>
        <a:off x="1357965" y="2319"/>
        <a:ext cx="3325983" cy="1175727"/>
      </dsp:txXfrm>
    </dsp:sp>
    <dsp:sp modelId="{EC6A59D8-87AB-4521-95B2-0572499AE53F}">
      <dsp:nvSpPr>
        <dsp:cNvPr id="0" name=""/>
        <dsp:cNvSpPr/>
      </dsp:nvSpPr>
      <dsp:spPr>
        <a:xfrm>
          <a:off x="0" y="147197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CAA1E5-EC03-4C7B-990E-EEB666430076}">
      <dsp:nvSpPr>
        <dsp:cNvPr id="0" name=""/>
        <dsp:cNvSpPr/>
      </dsp:nvSpPr>
      <dsp:spPr>
        <a:xfrm>
          <a:off x="355657" y="173651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22B39A-B93F-4C32-AD59-021F82815B5C}">
      <dsp:nvSpPr>
        <dsp:cNvPr id="0" name=""/>
        <dsp:cNvSpPr/>
      </dsp:nvSpPr>
      <dsp:spPr>
        <a:xfrm>
          <a:off x="1357965" y="147197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Difficult to manage multiple medicines.</a:t>
          </a:r>
        </a:p>
      </dsp:txBody>
      <dsp:txXfrm>
        <a:off x="1357965" y="1471979"/>
        <a:ext cx="3325983" cy="1175727"/>
      </dsp:txXfrm>
    </dsp:sp>
    <dsp:sp modelId="{506B3228-D8C4-4F74-9EDE-61A553EFECD5}">
      <dsp:nvSpPr>
        <dsp:cNvPr id="0" name=""/>
        <dsp:cNvSpPr/>
      </dsp:nvSpPr>
      <dsp:spPr>
        <a:xfrm>
          <a:off x="0" y="294163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C98F08-8002-4F00-A6CA-6ECA7562CDBE}">
      <dsp:nvSpPr>
        <dsp:cNvPr id="0" name=""/>
        <dsp:cNvSpPr/>
      </dsp:nvSpPr>
      <dsp:spPr>
        <a:xfrm>
          <a:off x="355657" y="320617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F7E0A4-96C4-4EAA-889A-41DC6EBB62E6}">
      <dsp:nvSpPr>
        <dsp:cNvPr id="0" name=""/>
        <dsp:cNvSpPr/>
      </dsp:nvSpPr>
      <dsp:spPr>
        <a:xfrm>
          <a:off x="1357965" y="294163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No centralized medicine tracking.</a:t>
          </a:r>
        </a:p>
      </dsp:txBody>
      <dsp:txXfrm>
        <a:off x="1357965" y="2941639"/>
        <a:ext cx="3325983" cy="1175727"/>
      </dsp:txXfrm>
    </dsp:sp>
    <dsp:sp modelId="{14C23E44-A5E5-44C0-9D69-022A25396E10}">
      <dsp:nvSpPr>
        <dsp:cNvPr id="0" name=""/>
        <dsp:cNvSpPr/>
      </dsp:nvSpPr>
      <dsp:spPr>
        <a:xfrm>
          <a:off x="0" y="441129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DD410D-163B-4100-84A2-3DDF70219543}">
      <dsp:nvSpPr>
        <dsp:cNvPr id="0" name=""/>
        <dsp:cNvSpPr/>
      </dsp:nvSpPr>
      <dsp:spPr>
        <a:xfrm>
          <a:off x="355657" y="467583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5C21338-25E0-416E-A20C-8E0F3608EB33}">
      <dsp:nvSpPr>
        <dsp:cNvPr id="0" name=""/>
        <dsp:cNvSpPr/>
      </dsp:nvSpPr>
      <dsp:spPr>
        <a:xfrm>
          <a:off x="1357965" y="441129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Lack of automated monitoring system.</a:t>
          </a:r>
        </a:p>
      </dsp:txBody>
      <dsp:txXfrm>
        <a:off x="1357965" y="4411299"/>
        <a:ext cx="3325983" cy="11757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418AFB-51FD-4D01-98D7-231A41302814}">
      <dsp:nvSpPr>
        <dsp:cNvPr id="0" name=""/>
        <dsp:cNvSpPr/>
      </dsp:nvSpPr>
      <dsp:spPr>
        <a:xfrm>
          <a:off x="1189673" y="419461"/>
          <a:ext cx="980371" cy="980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F3C393-8FC5-440B-BBED-B73BF613527D}">
      <dsp:nvSpPr>
        <dsp:cNvPr id="0" name=""/>
        <dsp:cNvSpPr/>
      </dsp:nvSpPr>
      <dsp:spPr>
        <a:xfrm>
          <a:off x="549990" y="1625018"/>
          <a:ext cx="2178604"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t>• </a:t>
          </a:r>
          <a:r>
            <a:rPr lang="en-US" sz="2000" kern="1200" dirty="0"/>
            <a:t>Web-based medicine reminder application</a:t>
          </a:r>
          <a:r>
            <a:rPr lang="en-US" sz="1700" kern="1200" dirty="0"/>
            <a:t>.</a:t>
          </a:r>
        </a:p>
      </dsp:txBody>
      <dsp:txXfrm>
        <a:off x="549990" y="1625018"/>
        <a:ext cx="2178604" cy="855000"/>
      </dsp:txXfrm>
    </dsp:sp>
    <dsp:sp modelId="{EB6143D2-A521-413C-839A-98CFC730356E}">
      <dsp:nvSpPr>
        <dsp:cNvPr id="0" name=""/>
        <dsp:cNvSpPr/>
      </dsp:nvSpPr>
      <dsp:spPr>
        <a:xfrm>
          <a:off x="3708965" y="314365"/>
          <a:ext cx="980371" cy="980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31569B2-9B8A-426B-948A-D35F94CB29E9}">
      <dsp:nvSpPr>
        <dsp:cNvPr id="0" name=""/>
        <dsp:cNvSpPr/>
      </dsp:nvSpPr>
      <dsp:spPr>
        <a:xfrm>
          <a:off x="3109849" y="1625018"/>
          <a:ext cx="2178604"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 Users can add medicine name and schedule.</a:t>
          </a:r>
        </a:p>
      </dsp:txBody>
      <dsp:txXfrm>
        <a:off x="3109849" y="1625018"/>
        <a:ext cx="2178604" cy="855000"/>
      </dsp:txXfrm>
    </dsp:sp>
    <dsp:sp modelId="{7D35B106-2056-4539-9BA8-539C8BF6C873}">
      <dsp:nvSpPr>
        <dsp:cNvPr id="0" name=""/>
        <dsp:cNvSpPr/>
      </dsp:nvSpPr>
      <dsp:spPr>
        <a:xfrm>
          <a:off x="1149106" y="3024669"/>
          <a:ext cx="980371" cy="980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90392E-6BCB-4D30-92EA-3D40A4E29C09}">
      <dsp:nvSpPr>
        <dsp:cNvPr id="0" name=""/>
        <dsp:cNvSpPr/>
      </dsp:nvSpPr>
      <dsp:spPr>
        <a:xfrm>
          <a:off x="549990" y="4335322"/>
          <a:ext cx="2178604"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 System automatically checks time.</a:t>
          </a:r>
        </a:p>
      </dsp:txBody>
      <dsp:txXfrm>
        <a:off x="549990" y="4335322"/>
        <a:ext cx="2178604" cy="855000"/>
      </dsp:txXfrm>
    </dsp:sp>
    <dsp:sp modelId="{42337520-B5DA-4F40-AB05-C9C3C7C89791}">
      <dsp:nvSpPr>
        <dsp:cNvPr id="0" name=""/>
        <dsp:cNvSpPr/>
      </dsp:nvSpPr>
      <dsp:spPr>
        <a:xfrm>
          <a:off x="3708965" y="3024669"/>
          <a:ext cx="980371" cy="9803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ABC128-845A-43C8-91FF-958E2237F33A}">
      <dsp:nvSpPr>
        <dsp:cNvPr id="0" name=""/>
        <dsp:cNvSpPr/>
      </dsp:nvSpPr>
      <dsp:spPr>
        <a:xfrm>
          <a:off x="3109849" y="4335322"/>
          <a:ext cx="2178604"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a:t>• Notification alerts remind users.</a:t>
          </a:r>
        </a:p>
      </dsp:txBody>
      <dsp:txXfrm>
        <a:off x="3109849" y="4335322"/>
        <a:ext cx="2178604" cy="855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57DFC-D90F-426E-B917-341271445132}">
      <dsp:nvSpPr>
        <dsp:cNvPr id="0" name=""/>
        <dsp:cNvSpPr/>
      </dsp:nvSpPr>
      <dsp:spPr>
        <a:xfrm>
          <a:off x="0" y="231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B05F65-F2E4-40E5-9382-BF557AE6C306}">
      <dsp:nvSpPr>
        <dsp:cNvPr id="0" name=""/>
        <dsp:cNvSpPr/>
      </dsp:nvSpPr>
      <dsp:spPr>
        <a:xfrm>
          <a:off x="355657" y="26685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58E5472-2395-4F8B-B6E3-DFC1048EFD06}">
      <dsp:nvSpPr>
        <dsp:cNvPr id="0" name=""/>
        <dsp:cNvSpPr/>
      </dsp:nvSpPr>
      <dsp:spPr>
        <a:xfrm>
          <a:off x="1357965" y="231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dirty="0"/>
            <a:t>• Simple and user friendly interface</a:t>
          </a:r>
        </a:p>
      </dsp:txBody>
      <dsp:txXfrm>
        <a:off x="1357965" y="2319"/>
        <a:ext cx="3325983" cy="1175727"/>
      </dsp:txXfrm>
    </dsp:sp>
    <dsp:sp modelId="{0233D0C5-BA98-4CA3-BF47-9D72BC7D51B0}">
      <dsp:nvSpPr>
        <dsp:cNvPr id="0" name=""/>
        <dsp:cNvSpPr/>
      </dsp:nvSpPr>
      <dsp:spPr>
        <a:xfrm>
          <a:off x="0" y="147197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5CD15A-D45F-4E0C-81B0-B5A510C367F0}">
      <dsp:nvSpPr>
        <dsp:cNvPr id="0" name=""/>
        <dsp:cNvSpPr/>
      </dsp:nvSpPr>
      <dsp:spPr>
        <a:xfrm>
          <a:off x="355657" y="173651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08F4BA7-9CA5-4589-A866-AE768298FFE8}">
      <dsp:nvSpPr>
        <dsp:cNvPr id="0" name=""/>
        <dsp:cNvSpPr/>
      </dsp:nvSpPr>
      <dsp:spPr>
        <a:xfrm>
          <a:off x="1357965" y="147197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Automated medicine reminders</a:t>
          </a:r>
        </a:p>
      </dsp:txBody>
      <dsp:txXfrm>
        <a:off x="1357965" y="1471979"/>
        <a:ext cx="3325983" cy="1175727"/>
      </dsp:txXfrm>
    </dsp:sp>
    <dsp:sp modelId="{4937C1E9-D52E-409F-B4E7-DA54FD2C71A9}">
      <dsp:nvSpPr>
        <dsp:cNvPr id="0" name=""/>
        <dsp:cNvSpPr/>
      </dsp:nvSpPr>
      <dsp:spPr>
        <a:xfrm>
          <a:off x="0" y="294163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61B07F-1768-47F5-8BBD-87EF3153CDE2}">
      <dsp:nvSpPr>
        <dsp:cNvPr id="0" name=""/>
        <dsp:cNvSpPr/>
      </dsp:nvSpPr>
      <dsp:spPr>
        <a:xfrm>
          <a:off x="355657" y="320617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ECFF1B-EF30-4BE1-AB4B-223622AF4CF4}">
      <dsp:nvSpPr>
        <dsp:cNvPr id="0" name=""/>
        <dsp:cNvSpPr/>
      </dsp:nvSpPr>
      <dsp:spPr>
        <a:xfrm>
          <a:off x="1357965" y="294163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Web based accessibility</a:t>
          </a:r>
        </a:p>
      </dsp:txBody>
      <dsp:txXfrm>
        <a:off x="1357965" y="2941639"/>
        <a:ext cx="3325983" cy="1175727"/>
      </dsp:txXfrm>
    </dsp:sp>
    <dsp:sp modelId="{E1651D6C-9335-4037-B6A3-1D57463630F0}">
      <dsp:nvSpPr>
        <dsp:cNvPr id="0" name=""/>
        <dsp:cNvSpPr/>
      </dsp:nvSpPr>
      <dsp:spPr>
        <a:xfrm>
          <a:off x="0" y="4411299"/>
          <a:ext cx="4683949" cy="11757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0593DA-C280-48CE-9033-E66F699D5ACE}">
      <dsp:nvSpPr>
        <dsp:cNvPr id="0" name=""/>
        <dsp:cNvSpPr/>
      </dsp:nvSpPr>
      <dsp:spPr>
        <a:xfrm>
          <a:off x="355657" y="4675838"/>
          <a:ext cx="646650" cy="64665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EE4A32-249A-41CD-AA3F-9136784C7724}">
      <dsp:nvSpPr>
        <dsp:cNvPr id="0" name=""/>
        <dsp:cNvSpPr/>
      </dsp:nvSpPr>
      <dsp:spPr>
        <a:xfrm>
          <a:off x="1357965" y="4411299"/>
          <a:ext cx="3325983" cy="11757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431" tIns="124431" rIns="124431" bIns="124431" numCol="1" spcCol="1270" anchor="ctr" anchorCtr="0">
          <a:noAutofit/>
        </a:bodyPr>
        <a:lstStyle/>
        <a:p>
          <a:pPr marL="0" lvl="0" indent="0" algn="l" defTabSz="977900">
            <a:lnSpc>
              <a:spcPct val="100000"/>
            </a:lnSpc>
            <a:spcBef>
              <a:spcPct val="0"/>
            </a:spcBef>
            <a:spcAft>
              <a:spcPct val="35000"/>
            </a:spcAft>
            <a:buNone/>
          </a:pPr>
          <a:r>
            <a:rPr lang="en-US" sz="2200" kern="1200"/>
            <a:t>• Helps users maintain medication discipline</a:t>
          </a:r>
        </a:p>
      </dsp:txBody>
      <dsp:txXfrm>
        <a:off x="1357965" y="4411299"/>
        <a:ext cx="3325983" cy="11757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88089E-B29E-4085-952C-05746F70839F}">
      <dsp:nvSpPr>
        <dsp:cNvPr id="0" name=""/>
        <dsp:cNvSpPr/>
      </dsp:nvSpPr>
      <dsp:spPr>
        <a:xfrm>
          <a:off x="0" y="4978"/>
          <a:ext cx="4773168" cy="11235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CF6597-4746-4096-8BE3-15657A746401}">
      <dsp:nvSpPr>
        <dsp:cNvPr id="0" name=""/>
        <dsp:cNvSpPr/>
      </dsp:nvSpPr>
      <dsp:spPr>
        <a:xfrm>
          <a:off x="339888" y="257788"/>
          <a:ext cx="618583" cy="617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DABBAC-D922-430F-9D9C-0BD68B85446C}">
      <dsp:nvSpPr>
        <dsp:cNvPr id="0" name=""/>
        <dsp:cNvSpPr/>
      </dsp:nvSpPr>
      <dsp:spPr>
        <a:xfrm>
          <a:off x="1298359" y="4978"/>
          <a:ext cx="3454812" cy="115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30" tIns="122630" rIns="122630" bIns="122630" numCol="1" spcCol="1270" anchor="ctr" anchorCtr="0">
          <a:noAutofit/>
        </a:bodyPr>
        <a:lstStyle/>
        <a:p>
          <a:pPr marL="0" lvl="0" indent="0" algn="l" defTabSz="889000">
            <a:lnSpc>
              <a:spcPct val="100000"/>
            </a:lnSpc>
            <a:spcBef>
              <a:spcPct val="0"/>
            </a:spcBef>
            <a:spcAft>
              <a:spcPct val="35000"/>
            </a:spcAft>
            <a:buNone/>
          </a:pPr>
          <a:r>
            <a:rPr lang="en-US" sz="2000" kern="1200" dirty="0"/>
            <a:t>• Operating System : Windows / Linux</a:t>
          </a:r>
        </a:p>
      </dsp:txBody>
      <dsp:txXfrm>
        <a:off x="1298359" y="4978"/>
        <a:ext cx="3454812" cy="1158710"/>
      </dsp:txXfrm>
    </dsp:sp>
    <dsp:sp modelId="{24CDA826-87F8-4330-A088-02A805971028}">
      <dsp:nvSpPr>
        <dsp:cNvPr id="0" name=""/>
        <dsp:cNvSpPr/>
      </dsp:nvSpPr>
      <dsp:spPr>
        <a:xfrm>
          <a:off x="0" y="1453366"/>
          <a:ext cx="4773168" cy="11235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AA489E-C16C-43CD-820D-04A06B8EC26B}">
      <dsp:nvSpPr>
        <dsp:cNvPr id="0" name=""/>
        <dsp:cNvSpPr/>
      </dsp:nvSpPr>
      <dsp:spPr>
        <a:xfrm>
          <a:off x="339888" y="1706176"/>
          <a:ext cx="618583" cy="617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39B6A6-AF3C-4885-ADAC-127775A992F2}">
      <dsp:nvSpPr>
        <dsp:cNvPr id="0" name=""/>
        <dsp:cNvSpPr/>
      </dsp:nvSpPr>
      <dsp:spPr>
        <a:xfrm>
          <a:off x="1298359" y="1453366"/>
          <a:ext cx="3454812" cy="115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30" tIns="122630" rIns="122630" bIns="122630" numCol="1" spcCol="1270" anchor="ctr" anchorCtr="0">
          <a:noAutofit/>
        </a:bodyPr>
        <a:lstStyle/>
        <a:p>
          <a:pPr marL="0" lvl="0" indent="0" algn="l" defTabSz="889000">
            <a:lnSpc>
              <a:spcPct val="100000"/>
            </a:lnSpc>
            <a:spcBef>
              <a:spcPct val="0"/>
            </a:spcBef>
            <a:spcAft>
              <a:spcPct val="35000"/>
            </a:spcAft>
            <a:buNone/>
          </a:pPr>
          <a:r>
            <a:rPr lang="en-US" sz="2000" kern="1200" dirty="0"/>
            <a:t>• Frontend Technology : React</a:t>
          </a:r>
        </a:p>
      </dsp:txBody>
      <dsp:txXfrm>
        <a:off x="1298359" y="1453366"/>
        <a:ext cx="3454812" cy="1158710"/>
      </dsp:txXfrm>
    </dsp:sp>
    <dsp:sp modelId="{71A08F34-9FE1-403F-9263-79FCD4DC4364}">
      <dsp:nvSpPr>
        <dsp:cNvPr id="0" name=""/>
        <dsp:cNvSpPr/>
      </dsp:nvSpPr>
      <dsp:spPr>
        <a:xfrm>
          <a:off x="0" y="2901754"/>
          <a:ext cx="4773168" cy="11235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043E31-41DD-4B62-9998-02172B81871B}">
      <dsp:nvSpPr>
        <dsp:cNvPr id="0" name=""/>
        <dsp:cNvSpPr/>
      </dsp:nvSpPr>
      <dsp:spPr>
        <a:xfrm>
          <a:off x="339888" y="3154564"/>
          <a:ext cx="618583" cy="617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31B3F20-1CC3-4EB5-8EC1-1C1A56F1E412}">
      <dsp:nvSpPr>
        <dsp:cNvPr id="0" name=""/>
        <dsp:cNvSpPr/>
      </dsp:nvSpPr>
      <dsp:spPr>
        <a:xfrm>
          <a:off x="1298359" y="2901754"/>
          <a:ext cx="3454812" cy="115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30" tIns="122630" rIns="122630" bIns="122630" numCol="1" spcCol="1270" anchor="ctr" anchorCtr="0">
          <a:noAutofit/>
        </a:bodyPr>
        <a:lstStyle/>
        <a:p>
          <a:pPr marL="0" lvl="0" indent="0" algn="l" defTabSz="889000">
            <a:lnSpc>
              <a:spcPct val="100000"/>
            </a:lnSpc>
            <a:spcBef>
              <a:spcPct val="0"/>
            </a:spcBef>
            <a:spcAft>
              <a:spcPct val="35000"/>
            </a:spcAft>
            <a:buNone/>
          </a:pPr>
          <a:r>
            <a:rPr lang="en-US" sz="2000" kern="1200" dirty="0"/>
            <a:t>• Programming Language : HTML ,CSS ,JavaScript and Python</a:t>
          </a:r>
        </a:p>
      </dsp:txBody>
      <dsp:txXfrm>
        <a:off x="1298359" y="2901754"/>
        <a:ext cx="3454812" cy="1158710"/>
      </dsp:txXfrm>
    </dsp:sp>
    <dsp:sp modelId="{FF86EAE5-C650-4368-BBBD-37747919BD35}">
      <dsp:nvSpPr>
        <dsp:cNvPr id="0" name=""/>
        <dsp:cNvSpPr/>
      </dsp:nvSpPr>
      <dsp:spPr>
        <a:xfrm>
          <a:off x="0" y="4350142"/>
          <a:ext cx="4773168" cy="11235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5EDA5F-5276-400C-8C2C-F6671EDCF0F8}">
      <dsp:nvSpPr>
        <dsp:cNvPr id="0" name=""/>
        <dsp:cNvSpPr/>
      </dsp:nvSpPr>
      <dsp:spPr>
        <a:xfrm>
          <a:off x="339888" y="4602952"/>
          <a:ext cx="618583" cy="61797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F0CC0D5-2BB2-4E19-863A-3F93A9432D40}">
      <dsp:nvSpPr>
        <dsp:cNvPr id="0" name=""/>
        <dsp:cNvSpPr/>
      </dsp:nvSpPr>
      <dsp:spPr>
        <a:xfrm>
          <a:off x="1298359" y="4350142"/>
          <a:ext cx="3454812" cy="11587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630" tIns="122630" rIns="122630" bIns="122630" numCol="1" spcCol="1270" anchor="ctr" anchorCtr="0">
          <a:noAutofit/>
        </a:bodyPr>
        <a:lstStyle/>
        <a:p>
          <a:pPr marL="0" lvl="0" indent="0" algn="l" defTabSz="977900">
            <a:lnSpc>
              <a:spcPct val="100000"/>
            </a:lnSpc>
            <a:spcBef>
              <a:spcPct val="0"/>
            </a:spcBef>
            <a:spcAft>
              <a:spcPct val="35000"/>
            </a:spcAft>
            <a:buNone/>
          </a:pPr>
          <a:r>
            <a:rPr lang="en-US" sz="2200" kern="1200" dirty="0"/>
            <a:t>• </a:t>
          </a:r>
          <a:r>
            <a:rPr lang="en-US" sz="2000" kern="1200" dirty="0"/>
            <a:t>Browser : Google Chrome / Microsoft Edge</a:t>
          </a:r>
        </a:p>
      </dsp:txBody>
      <dsp:txXfrm>
        <a:off x="1298359" y="4350142"/>
        <a:ext cx="3454812" cy="11587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341C3D-232A-49E1-A143-B2A1B01D8DDC}">
      <dsp:nvSpPr>
        <dsp:cNvPr id="0" name=""/>
        <dsp:cNvSpPr/>
      </dsp:nvSpPr>
      <dsp:spPr>
        <a:xfrm>
          <a:off x="0" y="2297"/>
          <a:ext cx="5175384" cy="11645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023CC5-9AC8-425D-BD93-63EDB1EF2F0C}">
      <dsp:nvSpPr>
        <dsp:cNvPr id="0" name=""/>
        <dsp:cNvSpPr/>
      </dsp:nvSpPr>
      <dsp:spPr>
        <a:xfrm>
          <a:off x="352272" y="264318"/>
          <a:ext cx="640494" cy="6404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C79A68-05B6-4AF3-8964-9B54A8127B16}">
      <dsp:nvSpPr>
        <dsp:cNvPr id="0" name=""/>
        <dsp:cNvSpPr/>
      </dsp:nvSpPr>
      <dsp:spPr>
        <a:xfrm>
          <a:off x="1345038" y="2297"/>
          <a:ext cx="3830345"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977900">
            <a:lnSpc>
              <a:spcPct val="100000"/>
            </a:lnSpc>
            <a:spcBef>
              <a:spcPct val="0"/>
            </a:spcBef>
            <a:spcAft>
              <a:spcPct val="35000"/>
            </a:spcAft>
            <a:buNone/>
          </a:pPr>
          <a:r>
            <a:rPr lang="en-US" sz="2200" kern="1200" dirty="0"/>
            <a:t>• Uses browser Notification API for reminders.</a:t>
          </a:r>
        </a:p>
      </dsp:txBody>
      <dsp:txXfrm>
        <a:off x="1345038" y="2297"/>
        <a:ext cx="3830345" cy="1164535"/>
      </dsp:txXfrm>
    </dsp:sp>
    <dsp:sp modelId="{73ABB6F2-7A81-4C71-B508-3B36AA715B16}">
      <dsp:nvSpPr>
        <dsp:cNvPr id="0" name=""/>
        <dsp:cNvSpPr/>
      </dsp:nvSpPr>
      <dsp:spPr>
        <a:xfrm>
          <a:off x="0" y="1457967"/>
          <a:ext cx="5175384" cy="11645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AFFFE3-58CD-4822-AD72-2C27FF19459C}">
      <dsp:nvSpPr>
        <dsp:cNvPr id="0" name=""/>
        <dsp:cNvSpPr/>
      </dsp:nvSpPr>
      <dsp:spPr>
        <a:xfrm>
          <a:off x="352272" y="1719988"/>
          <a:ext cx="640494" cy="6404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328B560-8602-470B-9EDA-6E6C93329AFD}">
      <dsp:nvSpPr>
        <dsp:cNvPr id="0" name=""/>
        <dsp:cNvSpPr/>
      </dsp:nvSpPr>
      <dsp:spPr>
        <a:xfrm>
          <a:off x="1345038" y="1457967"/>
          <a:ext cx="3830345"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977900">
            <a:lnSpc>
              <a:spcPct val="100000"/>
            </a:lnSpc>
            <a:spcBef>
              <a:spcPct val="0"/>
            </a:spcBef>
            <a:spcAft>
              <a:spcPct val="35000"/>
            </a:spcAft>
            <a:buNone/>
          </a:pPr>
          <a:r>
            <a:rPr lang="en-US" sz="2200" kern="1200"/>
            <a:t>• Lightweight web-based healthcare tool.</a:t>
          </a:r>
        </a:p>
      </dsp:txBody>
      <dsp:txXfrm>
        <a:off x="1345038" y="1457967"/>
        <a:ext cx="3830345" cy="1164535"/>
      </dsp:txXfrm>
    </dsp:sp>
    <dsp:sp modelId="{363FE313-B007-4CFD-8BE0-21EC46367681}">
      <dsp:nvSpPr>
        <dsp:cNvPr id="0" name=""/>
        <dsp:cNvSpPr/>
      </dsp:nvSpPr>
      <dsp:spPr>
        <a:xfrm>
          <a:off x="0" y="2913637"/>
          <a:ext cx="5175384" cy="11645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F72683-1A31-40FD-B765-FF06B45C742E}">
      <dsp:nvSpPr>
        <dsp:cNvPr id="0" name=""/>
        <dsp:cNvSpPr/>
      </dsp:nvSpPr>
      <dsp:spPr>
        <a:xfrm>
          <a:off x="352272" y="3175658"/>
          <a:ext cx="640494" cy="6404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B9E609-0F7D-4992-A207-4EC4767A7CAF}">
      <dsp:nvSpPr>
        <dsp:cNvPr id="0" name=""/>
        <dsp:cNvSpPr/>
      </dsp:nvSpPr>
      <dsp:spPr>
        <a:xfrm>
          <a:off x="1345038" y="2913637"/>
          <a:ext cx="3830345"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977900">
            <a:lnSpc>
              <a:spcPct val="100000"/>
            </a:lnSpc>
            <a:spcBef>
              <a:spcPct val="0"/>
            </a:spcBef>
            <a:spcAft>
              <a:spcPct val="35000"/>
            </a:spcAft>
            <a:buNone/>
          </a:pPr>
          <a:r>
            <a:rPr lang="en-US" sz="2200" kern="1200"/>
            <a:t>• No need for installing mobile applications.</a:t>
          </a:r>
        </a:p>
      </dsp:txBody>
      <dsp:txXfrm>
        <a:off x="1345038" y="2913637"/>
        <a:ext cx="3830345" cy="1164535"/>
      </dsp:txXfrm>
    </dsp:sp>
    <dsp:sp modelId="{FD64C823-ECEA-49F2-BB10-A9703DE392B5}">
      <dsp:nvSpPr>
        <dsp:cNvPr id="0" name=""/>
        <dsp:cNvSpPr/>
      </dsp:nvSpPr>
      <dsp:spPr>
        <a:xfrm>
          <a:off x="0" y="4369307"/>
          <a:ext cx="5175384" cy="116453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2FBBD6-ABE9-428E-AD9D-2897EEFBA127}">
      <dsp:nvSpPr>
        <dsp:cNvPr id="0" name=""/>
        <dsp:cNvSpPr/>
      </dsp:nvSpPr>
      <dsp:spPr>
        <a:xfrm>
          <a:off x="352272" y="4631327"/>
          <a:ext cx="640494" cy="64049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2CD1F5-0203-4810-AF86-9D46BA1ECCC8}">
      <dsp:nvSpPr>
        <dsp:cNvPr id="0" name=""/>
        <dsp:cNvSpPr/>
      </dsp:nvSpPr>
      <dsp:spPr>
        <a:xfrm>
          <a:off x="1345038" y="4369307"/>
          <a:ext cx="3830345"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977900">
            <a:lnSpc>
              <a:spcPct val="100000"/>
            </a:lnSpc>
            <a:spcBef>
              <a:spcPct val="0"/>
            </a:spcBef>
            <a:spcAft>
              <a:spcPct val="35000"/>
            </a:spcAft>
            <a:buNone/>
          </a:pPr>
          <a:r>
            <a:rPr lang="en-US" sz="2200" kern="1200"/>
            <a:t>• Provides easy medicine schedule management.</a:t>
          </a:r>
        </a:p>
      </dsp:txBody>
      <dsp:txXfrm>
        <a:off x="1345038" y="4369307"/>
        <a:ext cx="3830345" cy="11645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442C1D-9068-4971-9BBC-D130DA45D024}">
      <dsp:nvSpPr>
        <dsp:cNvPr id="0" name=""/>
        <dsp:cNvSpPr/>
      </dsp:nvSpPr>
      <dsp:spPr>
        <a:xfrm>
          <a:off x="0" y="596370"/>
          <a:ext cx="5175384" cy="10448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baseline="0"/>
            <a:t>Automated Notifications:</a:t>
          </a:r>
          <a:br>
            <a:rPr lang="en-US" sz="1900" b="0" i="0" kern="1200" baseline="0"/>
          </a:br>
          <a:r>
            <a:rPr lang="en-US" sz="1900" b="0" i="0" kern="1200" baseline="0"/>
            <a:t>Add real-time alerts (mobile notifications, emails) to remind users to take medicines on time. </a:t>
          </a:r>
          <a:endParaRPr lang="en-US" sz="1900" kern="1200"/>
        </a:p>
      </dsp:txBody>
      <dsp:txXfrm>
        <a:off x="51003" y="647373"/>
        <a:ext cx="5073378" cy="942803"/>
      </dsp:txXfrm>
    </dsp:sp>
    <dsp:sp modelId="{23FE2AE9-BFC3-413A-9D53-C69284C8A532}">
      <dsp:nvSpPr>
        <dsp:cNvPr id="0" name=""/>
        <dsp:cNvSpPr/>
      </dsp:nvSpPr>
      <dsp:spPr>
        <a:xfrm>
          <a:off x="0" y="1695900"/>
          <a:ext cx="5175384" cy="1044809"/>
        </a:xfrm>
        <a:prstGeom prst="roundRect">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baseline="0"/>
            <a:t>Mobile Application Development:</a:t>
          </a:r>
          <a:br>
            <a:rPr lang="en-US" sz="1900" b="0" i="0" kern="1200" baseline="0"/>
          </a:br>
          <a:r>
            <a:rPr lang="en-US" sz="1900" b="0" i="0" kern="1200" baseline="0"/>
            <a:t>Develop an Android/iOS app for easy access anywhere. </a:t>
          </a:r>
          <a:endParaRPr lang="en-US" sz="1900" kern="1200"/>
        </a:p>
      </dsp:txBody>
      <dsp:txXfrm>
        <a:off x="51003" y="1746903"/>
        <a:ext cx="5073378" cy="942803"/>
      </dsp:txXfrm>
    </dsp:sp>
    <dsp:sp modelId="{09B52BF5-FA73-4D82-B440-64FA7D17C1F3}">
      <dsp:nvSpPr>
        <dsp:cNvPr id="0" name=""/>
        <dsp:cNvSpPr/>
      </dsp:nvSpPr>
      <dsp:spPr>
        <a:xfrm>
          <a:off x="0" y="2795430"/>
          <a:ext cx="5175384" cy="1044809"/>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baseline="0"/>
            <a:t>AI-Based Personalization:</a:t>
          </a:r>
          <a:br>
            <a:rPr lang="en-US" sz="1900" b="0" i="0" kern="1200" baseline="0"/>
          </a:br>
          <a:r>
            <a:rPr lang="en-US" sz="1900" b="0" i="0" kern="1200" baseline="0"/>
            <a:t>Use Artificial Intelligence to suggest personalized medication reminders and health tips. </a:t>
          </a:r>
          <a:endParaRPr lang="en-US" sz="1900" kern="1200"/>
        </a:p>
      </dsp:txBody>
      <dsp:txXfrm>
        <a:off x="51003" y="2846433"/>
        <a:ext cx="5073378" cy="942803"/>
      </dsp:txXfrm>
    </dsp:sp>
    <dsp:sp modelId="{E8B2F0D3-3D2C-47B2-8EFC-B66F5A56CDEF}">
      <dsp:nvSpPr>
        <dsp:cNvPr id="0" name=""/>
        <dsp:cNvSpPr/>
      </dsp:nvSpPr>
      <dsp:spPr>
        <a:xfrm>
          <a:off x="0" y="3894960"/>
          <a:ext cx="5175384" cy="1044809"/>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Multi-User Support:</a:t>
          </a:r>
          <a:br>
            <a:rPr lang="en-US" sz="1900" kern="1200"/>
          </a:br>
          <a:r>
            <a:rPr lang="en-US" sz="1900" kern="1200"/>
            <a:t>Allow family members or caregivers to manage medications for others.</a:t>
          </a:r>
        </a:p>
      </dsp:txBody>
      <dsp:txXfrm>
        <a:off x="51003" y="3945963"/>
        <a:ext cx="5073378" cy="94280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2.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 /><Relationship Id="rId2" Type="http://schemas.openxmlformats.org/officeDocument/2006/relationships/diagramData" Target="../diagrams/data4.xml" /><Relationship Id="rId1" Type="http://schemas.openxmlformats.org/officeDocument/2006/relationships/slideLayout" Target="../slideLayouts/slideLayout2.xml" /><Relationship Id="rId6" Type="http://schemas.microsoft.com/office/2007/relationships/diagramDrawing" Target="../diagrams/drawing4.xml" /><Relationship Id="rId5" Type="http://schemas.openxmlformats.org/officeDocument/2006/relationships/diagramColors" Target="../diagrams/colors4.xml" /><Relationship Id="rId4" Type="http://schemas.openxmlformats.org/officeDocument/2006/relationships/diagramQuickStyle" Target="../diagrams/quickStyle4.xml" /></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 /><Relationship Id="rId2" Type="http://schemas.openxmlformats.org/officeDocument/2006/relationships/diagramData" Target="../diagrams/data5.xml" /><Relationship Id="rId1" Type="http://schemas.openxmlformats.org/officeDocument/2006/relationships/slideLayout" Target="../slideLayouts/slideLayout2.xml" /><Relationship Id="rId6" Type="http://schemas.microsoft.com/office/2007/relationships/diagramDrawing" Target="../diagrams/drawing5.xml" /><Relationship Id="rId5" Type="http://schemas.openxmlformats.org/officeDocument/2006/relationships/diagramColors" Target="../diagrams/colors5.xml" /><Relationship Id="rId4" Type="http://schemas.openxmlformats.org/officeDocument/2006/relationships/diagramQuickStyle" Target="../diagrams/quickStyle5.xml" /></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 /><Relationship Id="rId2" Type="http://schemas.openxmlformats.org/officeDocument/2006/relationships/diagramData" Target="../diagrams/data6.xml" /><Relationship Id="rId1" Type="http://schemas.openxmlformats.org/officeDocument/2006/relationships/slideLayout" Target="../slideLayouts/slideLayout2.xml" /><Relationship Id="rId6" Type="http://schemas.microsoft.com/office/2007/relationships/diagramDrawing" Target="../diagrams/drawing6.xml" /><Relationship Id="rId5" Type="http://schemas.openxmlformats.org/officeDocument/2006/relationships/diagramColors" Target="../diagrams/colors6.xml" /><Relationship Id="rId4" Type="http://schemas.openxmlformats.org/officeDocument/2006/relationships/diagramQuickStyle" Target="../diagrams/quickStyle6.xml" /></Relationships>
</file>

<file path=ppt/slides/_rels/slide9.xml.rels><?xml version="1.0" encoding="UTF-8" standalone="yes"?>
<Relationships xmlns="http://schemas.openxmlformats.org/package/2006/relationships"><Relationship Id="rId2" Type="http://schemas.openxmlformats.org/officeDocument/2006/relationships/image" Target="../media/image23.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24.sv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25.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26.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7.xml" /><Relationship Id="rId2" Type="http://schemas.openxmlformats.org/officeDocument/2006/relationships/diagramData" Target="../diagrams/data7.xml" /><Relationship Id="rId1" Type="http://schemas.openxmlformats.org/officeDocument/2006/relationships/slideLayout" Target="../slideLayouts/slideLayout2.xml" /><Relationship Id="rId6" Type="http://schemas.microsoft.com/office/2007/relationships/diagramDrawing" Target="../diagrams/drawing7.xml" /><Relationship Id="rId5" Type="http://schemas.openxmlformats.org/officeDocument/2006/relationships/diagramColors" Target="../diagrams/colors7.xml" /><Relationship Id="rId4" Type="http://schemas.openxmlformats.org/officeDocument/2006/relationships/diagramQuickStyle" Target="../diagrams/quickStyle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27.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5509" y="2029154"/>
            <a:ext cx="5797296" cy="1188720"/>
          </a:xfrm>
          <a:solidFill>
            <a:srgbClr val="FFFFFF"/>
          </a:solidFill>
        </p:spPr>
        <p:txBody>
          <a:bodyPr>
            <a:normAutofit fontScale="90000"/>
          </a:bodyPr>
          <a:lstStyle/>
          <a:p>
            <a:r>
              <a:rPr lang="en-US" dirty="0"/>
              <a:t>Time Aware Health Recommendation System</a:t>
            </a:r>
          </a:p>
        </p:txBody>
      </p:sp>
      <p:sp>
        <p:nvSpPr>
          <p:cNvPr id="3" name="Content Placeholder 2"/>
          <p:cNvSpPr>
            <a:spLocks noGrp="1"/>
          </p:cNvSpPr>
          <p:nvPr>
            <p:ph idx="1"/>
          </p:nvPr>
        </p:nvSpPr>
        <p:spPr>
          <a:xfrm>
            <a:off x="4733926" y="4210050"/>
            <a:ext cx="3683697" cy="1399794"/>
          </a:xfrm>
        </p:spPr>
        <p:txBody>
          <a:bodyPr>
            <a:normAutofit fontScale="62500" lnSpcReduction="20000"/>
          </a:bodyPr>
          <a:lstStyle/>
          <a:p>
            <a:pPr marL="0" indent="0">
              <a:buNone/>
            </a:pPr>
            <a:r>
              <a:rPr lang="en-IN" b="1" u="sng" dirty="0">
                <a:solidFill>
                  <a:srgbClr val="404040"/>
                </a:solidFill>
              </a:rPr>
              <a:t>PRESENTED BY </a:t>
            </a:r>
            <a:r>
              <a:rPr lang="en-IN" b="1" dirty="0">
                <a:solidFill>
                  <a:srgbClr val="404040"/>
                </a:solidFill>
              </a:rPr>
              <a:t>: - </a:t>
            </a:r>
          </a:p>
          <a:p>
            <a:pPr marL="0" indent="0">
              <a:buNone/>
            </a:pPr>
            <a:r>
              <a:rPr lang="en-IN" dirty="0">
                <a:solidFill>
                  <a:srgbClr val="404040"/>
                </a:solidFill>
              </a:rPr>
              <a:t>B.Charan-247R1A05T3</a:t>
            </a:r>
          </a:p>
          <a:p>
            <a:pPr marL="0" indent="0">
              <a:buNone/>
            </a:pPr>
            <a:r>
              <a:rPr lang="en-IN" dirty="0">
                <a:solidFill>
                  <a:srgbClr val="404040"/>
                </a:solidFill>
              </a:rPr>
              <a:t>Y. Sai Abhinav- 247R1A05Z0</a:t>
            </a:r>
          </a:p>
          <a:p>
            <a:pPr marL="0" indent="0">
              <a:buNone/>
            </a:pPr>
            <a:r>
              <a:rPr lang="en-IN" dirty="0">
                <a:solidFill>
                  <a:srgbClr val="404040"/>
                </a:solidFill>
              </a:rPr>
              <a:t>P. Prashanth Babu-247R1A05X6</a:t>
            </a:r>
          </a:p>
          <a:p>
            <a:endParaRPr lang="en-IN" dirty="0">
              <a:solidFill>
                <a:srgbClr val="404040"/>
              </a:solidFill>
            </a:endParaRPr>
          </a:p>
        </p:txBody>
      </p:sp>
      <p:sp>
        <p:nvSpPr>
          <p:cNvPr id="6" name="TextBox 5">
            <a:extLst>
              <a:ext uri="{FF2B5EF4-FFF2-40B4-BE49-F238E27FC236}">
                <a16:creationId xmlns:a16="http://schemas.microsoft.com/office/drawing/2014/main" id="{F512B287-9A56-6A81-D9F1-CDFBB8FC9E59}"/>
              </a:ext>
            </a:extLst>
          </p:cNvPr>
          <p:cNvSpPr txBox="1"/>
          <p:nvPr/>
        </p:nvSpPr>
        <p:spPr>
          <a:xfrm>
            <a:off x="1076325" y="4438953"/>
            <a:ext cx="3333750" cy="923330"/>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UNDER THE GUIDANCE OF:</a:t>
            </a:r>
          </a:p>
          <a:p>
            <a:r>
              <a:rPr lang="en-IN" sz="1800" dirty="0"/>
              <a:t>Dr. </a:t>
            </a:r>
            <a:r>
              <a:rPr lang="en-IN" dirty="0"/>
              <a:t>Bagam </a:t>
            </a:r>
            <a:r>
              <a:rPr lang="en-IN" dirty="0" err="1"/>
              <a:t>Laxmaiah</a:t>
            </a:r>
            <a:endParaRPr lang="en-IN" sz="1800" dirty="0"/>
          </a:p>
          <a:p>
            <a:r>
              <a:rPr lang="en-IN" dirty="0"/>
              <a:t>Professor</a:t>
            </a:r>
            <a:endParaRPr lang="en-IN" sz="1800" dirty="0"/>
          </a:p>
        </p:txBody>
      </p:sp>
      <p:pic>
        <p:nvPicPr>
          <p:cNvPr id="1028" name="Picture 4" descr="DEPARTMENT OF CSE">
            <a:extLst>
              <a:ext uri="{FF2B5EF4-FFF2-40B4-BE49-F238E27FC236}">
                <a16:creationId xmlns:a16="http://schemas.microsoft.com/office/drawing/2014/main" id="{ADF662B1-92AD-E703-ACE6-A72AA11486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306997"/>
            <a:ext cx="6455664" cy="9588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AA5CF486-D9E5-4A66-898A-F3D62B81B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 y="-5"/>
            <a:ext cx="9144861" cy="2200064"/>
          </a:xfrm>
          <a:custGeom>
            <a:avLst/>
            <a:gdLst>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50277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810326 w 12192001"/>
              <a:gd name="connsiteY23" fmla="*/ 799074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57107 w 12192001"/>
              <a:gd name="connsiteY22" fmla="*/ 792050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94224 w 12192001"/>
              <a:gd name="connsiteY27" fmla="*/ 1283683 h 2344739"/>
              <a:gd name="connsiteX28" fmla="*/ 11245526 w 12192001"/>
              <a:gd name="connsiteY28" fmla="*/ 1274060 h 2344739"/>
              <a:gd name="connsiteX29" fmla="*/ 11227161 w 12192001"/>
              <a:gd name="connsiteY29" fmla="*/ 1276236 h 2344739"/>
              <a:gd name="connsiteX30" fmla="*/ 11216939 w 12192001"/>
              <a:gd name="connsiteY30" fmla="*/ 1275961 h 2344739"/>
              <a:gd name="connsiteX31" fmla="*/ 11216036 w 12192001"/>
              <a:gd name="connsiteY31" fmla="*/ 1275018 h 2344739"/>
              <a:gd name="connsiteX32" fmla="*/ 11187737 w 12192001"/>
              <a:gd name="connsiteY32" fmla="*/ 1292383 h 2344739"/>
              <a:gd name="connsiteX33" fmla="*/ 11183353 w 12192001"/>
              <a:gd name="connsiteY33" fmla="*/ 1292525 h 2344739"/>
              <a:gd name="connsiteX34" fmla="*/ 11165706 w 12192001"/>
              <a:gd name="connsiteY34" fmla="*/ 1306612 h 2344739"/>
              <a:gd name="connsiteX35" fmla="*/ 11156163 w 12192001"/>
              <a:gd name="connsiteY35" fmla="*/ 1312414 h 2344739"/>
              <a:gd name="connsiteX36" fmla="*/ 11154348 w 12192001"/>
              <a:gd name="connsiteY36" fmla="*/ 1317097 h 2344739"/>
              <a:gd name="connsiteX37" fmla="*/ 11139813 w 12192001"/>
              <a:gd name="connsiteY37" fmla="*/ 1324115 h 2344739"/>
              <a:gd name="connsiteX38" fmla="*/ 11137813 w 12192001"/>
              <a:gd name="connsiteY38" fmla="*/ 1323772 h 2344739"/>
              <a:gd name="connsiteX39" fmla="*/ 11127060 w 12192001"/>
              <a:gd name="connsiteY39" fmla="*/ 1333832 h 2344739"/>
              <a:gd name="connsiteX40" fmla="*/ 11119543 w 12192001"/>
              <a:gd name="connsiteY40" fmla="*/ 1347424 h 2344739"/>
              <a:gd name="connsiteX41" fmla="*/ 10893535 w 12192001"/>
              <a:gd name="connsiteY41" fmla="*/ 1473399 h 2344739"/>
              <a:gd name="connsiteX42" fmla="*/ 10772152 w 12192001"/>
              <a:gd name="connsiteY42" fmla="*/ 1523191 h 2344739"/>
              <a:gd name="connsiteX43" fmla="*/ 10626520 w 12192001"/>
              <a:gd name="connsiteY43" fmla="*/ 1559229 h 2344739"/>
              <a:gd name="connsiteX44" fmla="*/ 10580747 w 12192001"/>
              <a:gd name="connsiteY44" fmla="*/ 1568689 h 2344739"/>
              <a:gd name="connsiteX45" fmla="*/ 10546642 w 12192001"/>
              <a:gd name="connsiteY45" fmla="*/ 1598423 h 2344739"/>
              <a:gd name="connsiteX46" fmla="*/ 10528495 w 12192001"/>
              <a:gd name="connsiteY46" fmla="*/ 1596907 h 2344739"/>
              <a:gd name="connsiteX47" fmla="*/ 10525298 w 12192001"/>
              <a:gd name="connsiteY47" fmla="*/ 1596411 h 2344739"/>
              <a:gd name="connsiteX48" fmla="*/ 10513981 w 12192001"/>
              <a:gd name="connsiteY48" fmla="*/ 1599537 h 2344739"/>
              <a:gd name="connsiteX49" fmla="*/ 10490587 w 12192001"/>
              <a:gd name="connsiteY49" fmla="*/ 1594156 h 2344739"/>
              <a:gd name="connsiteX50" fmla="*/ 10470270 w 12192001"/>
              <a:gd name="connsiteY50" fmla="*/ 1601693 h 2344739"/>
              <a:gd name="connsiteX51" fmla="*/ 10375894 w 12192001"/>
              <a:gd name="connsiteY51" fmla="*/ 1644598 h 2344739"/>
              <a:gd name="connsiteX52" fmla="*/ 10318190 w 12192001"/>
              <a:gd name="connsiteY52" fmla="*/ 1666221 h 2344739"/>
              <a:gd name="connsiteX53" fmla="*/ 10294319 w 12192001"/>
              <a:gd name="connsiteY53" fmla="*/ 1668079 h 2344739"/>
              <a:gd name="connsiteX54" fmla="*/ 10262295 w 12192001"/>
              <a:gd name="connsiteY54" fmla="*/ 1674948 h 2344739"/>
              <a:gd name="connsiteX55" fmla="*/ 10204270 w 12192001"/>
              <a:gd name="connsiteY55" fmla="*/ 1682149 h 2344739"/>
              <a:gd name="connsiteX56" fmla="*/ 10176611 w 12192001"/>
              <a:gd name="connsiteY56" fmla="*/ 1692943 h 2344739"/>
              <a:gd name="connsiteX57" fmla="*/ 10163922 w 12192001"/>
              <a:gd name="connsiteY57" fmla="*/ 1693739 h 2344739"/>
              <a:gd name="connsiteX58" fmla="*/ 10155160 w 12192001"/>
              <a:gd name="connsiteY58" fmla="*/ 1707487 h 2344739"/>
              <a:gd name="connsiteX59" fmla="*/ 10117119 w 12192001"/>
              <a:gd name="connsiteY59" fmla="*/ 1731142 h 2344739"/>
              <a:gd name="connsiteX60" fmla="*/ 10100445 w 12192001"/>
              <a:gd name="connsiteY60" fmla="*/ 1742432 h 2344739"/>
              <a:gd name="connsiteX61" fmla="*/ 10082169 w 12192001"/>
              <a:gd name="connsiteY61" fmla="*/ 1743296 h 2344739"/>
              <a:gd name="connsiteX62" fmla="*/ 10039240 w 12192001"/>
              <a:gd name="connsiteY62" fmla="*/ 1741632 h 2344739"/>
              <a:gd name="connsiteX63" fmla="*/ 9960019 w 12192001"/>
              <a:gd name="connsiteY63" fmla="*/ 1757147 h 2344739"/>
              <a:gd name="connsiteX64" fmla="*/ 9847792 w 12192001"/>
              <a:gd name="connsiteY64" fmla="*/ 1763915 h 2344739"/>
              <a:gd name="connsiteX65" fmla="*/ 9728309 w 12192001"/>
              <a:gd name="connsiteY65" fmla="*/ 1784122 h 2344739"/>
              <a:gd name="connsiteX66" fmla="*/ 9584507 w 12192001"/>
              <a:gd name="connsiteY66" fmla="*/ 1795542 h 2344739"/>
              <a:gd name="connsiteX67" fmla="*/ 9343052 w 12192001"/>
              <a:gd name="connsiteY67" fmla="*/ 1841244 h 2344739"/>
              <a:gd name="connsiteX68" fmla="*/ 9231370 w 12192001"/>
              <a:gd name="connsiteY68" fmla="*/ 1893149 h 2344739"/>
              <a:gd name="connsiteX69" fmla="*/ 9194810 w 12192001"/>
              <a:gd name="connsiteY69" fmla="*/ 1903228 h 2344739"/>
              <a:gd name="connsiteX70" fmla="*/ 9189246 w 12192001"/>
              <a:gd name="connsiteY70" fmla="*/ 1912467 h 2344739"/>
              <a:gd name="connsiteX71" fmla="*/ 9151232 w 12192001"/>
              <a:gd name="connsiteY71" fmla="*/ 1923669 h 2344739"/>
              <a:gd name="connsiteX72" fmla="*/ 9150210 w 12192001"/>
              <a:gd name="connsiteY72" fmla="*/ 1922604 h 2344739"/>
              <a:gd name="connsiteX73" fmla="*/ 9137318 w 12192001"/>
              <a:gd name="connsiteY73" fmla="*/ 1920435 h 2344739"/>
              <a:gd name="connsiteX74" fmla="*/ 9113812 w 12192001"/>
              <a:gd name="connsiteY74" fmla="*/ 1919069 h 2344739"/>
              <a:gd name="connsiteX75" fmla="*/ 9053453 w 12192001"/>
              <a:gd name="connsiteY75" fmla="*/ 1910755 h 2344739"/>
              <a:gd name="connsiteX76" fmla="*/ 9005486 w 12192001"/>
              <a:gd name="connsiteY76" fmla="*/ 1914040 h 2344739"/>
              <a:gd name="connsiteX77" fmla="*/ 9005201 w 12192001"/>
              <a:gd name="connsiteY77" fmla="*/ 1913800 h 2344739"/>
              <a:gd name="connsiteX78" fmla="*/ 8996232 w 12192001"/>
              <a:gd name="connsiteY78" fmla="*/ 1915011 h 2344739"/>
              <a:gd name="connsiteX79" fmla="*/ 8990394 w 12192001"/>
              <a:gd name="connsiteY79" fmla="*/ 1917072 h 2344739"/>
              <a:gd name="connsiteX80" fmla="*/ 8974337 w 12192001"/>
              <a:gd name="connsiteY80" fmla="*/ 1920298 h 2344739"/>
              <a:gd name="connsiteX81" fmla="*/ 8968011 w 12192001"/>
              <a:gd name="connsiteY81" fmla="*/ 1919598 h 2344739"/>
              <a:gd name="connsiteX82" fmla="*/ 8963048 w 12192001"/>
              <a:gd name="connsiteY82" fmla="*/ 1917373 h 2344739"/>
              <a:gd name="connsiteX83" fmla="*/ 8928988 w 12192001"/>
              <a:gd name="connsiteY83" fmla="*/ 1914185 h 2344739"/>
              <a:gd name="connsiteX84" fmla="*/ 8752444 w 12192001"/>
              <a:gd name="connsiteY84" fmla="*/ 1933417 h 2344739"/>
              <a:gd name="connsiteX85" fmla="*/ 8707847 w 12192001"/>
              <a:gd name="connsiteY85" fmla="*/ 1935518 h 2344739"/>
              <a:gd name="connsiteX86" fmla="*/ 8596071 w 12192001"/>
              <a:gd name="connsiteY86" fmla="*/ 1944090 h 2344739"/>
              <a:gd name="connsiteX87" fmla="*/ 8525230 w 12192001"/>
              <a:gd name="connsiteY87" fmla="*/ 1929248 h 2344739"/>
              <a:gd name="connsiteX88" fmla="*/ 8510983 w 12192001"/>
              <a:gd name="connsiteY88" fmla="*/ 1935163 h 2344739"/>
              <a:gd name="connsiteX89" fmla="*/ 8506167 w 12192001"/>
              <a:gd name="connsiteY89" fmla="*/ 1938164 h 2344739"/>
              <a:gd name="connsiteX90" fmla="*/ 8497968 w 12192001"/>
              <a:gd name="connsiteY90" fmla="*/ 1940902 h 2344739"/>
              <a:gd name="connsiteX91" fmla="*/ 8497594 w 12192001"/>
              <a:gd name="connsiteY91" fmla="*/ 1940723 h 2344739"/>
              <a:gd name="connsiteX92" fmla="*/ 8490249 w 12192001"/>
              <a:gd name="connsiteY92" fmla="*/ 1943773 h 2344739"/>
              <a:gd name="connsiteX93" fmla="*/ 8367182 w 12192001"/>
              <a:gd name="connsiteY93" fmla="*/ 1957815 h 2344739"/>
              <a:gd name="connsiteX94" fmla="*/ 8353799 w 12192001"/>
              <a:gd name="connsiteY94" fmla="*/ 1958009 h 2344739"/>
              <a:gd name="connsiteX95" fmla="*/ 8352373 w 12192001"/>
              <a:gd name="connsiteY95" fmla="*/ 1957169 h 2344739"/>
              <a:gd name="connsiteX96" fmla="*/ 8320104 w 12192001"/>
              <a:gd name="connsiteY96" fmla="*/ 1974587 h 2344739"/>
              <a:gd name="connsiteX97" fmla="*/ 8314433 w 12192001"/>
              <a:gd name="connsiteY97" fmla="*/ 1974913 h 2344739"/>
              <a:gd name="connsiteX98" fmla="*/ 8295174 w 12192001"/>
              <a:gd name="connsiteY98" fmla="*/ 1988808 h 2344739"/>
              <a:gd name="connsiteX99" fmla="*/ 8284276 w 12192001"/>
              <a:gd name="connsiteY99" fmla="*/ 1994631 h 2344739"/>
              <a:gd name="connsiteX100" fmla="*/ 8283150 w 12192001"/>
              <a:gd name="connsiteY100" fmla="*/ 1999074 h 2344739"/>
              <a:gd name="connsiteX101" fmla="*/ 8266076 w 12192001"/>
              <a:gd name="connsiteY101" fmla="*/ 2006249 h 2344739"/>
              <a:gd name="connsiteX102" fmla="*/ 8263377 w 12192001"/>
              <a:gd name="connsiteY102" fmla="*/ 2006019 h 2344739"/>
              <a:gd name="connsiteX103" fmla="*/ 8252033 w 12192001"/>
              <a:gd name="connsiteY103" fmla="*/ 2015862 h 2344739"/>
              <a:gd name="connsiteX104" fmla="*/ 8245834 w 12192001"/>
              <a:gd name="connsiteY104" fmla="*/ 2028854 h 2344739"/>
              <a:gd name="connsiteX105" fmla="*/ 8090272 w 12192001"/>
              <a:gd name="connsiteY105" fmla="*/ 2075015 h 2344739"/>
              <a:gd name="connsiteX106" fmla="*/ 7905407 w 12192001"/>
              <a:gd name="connsiteY106" fmla="*/ 2116988 h 2344739"/>
              <a:gd name="connsiteX107" fmla="*/ 7718745 w 12192001"/>
              <a:gd name="connsiteY107" fmla="*/ 2142703 h 2344739"/>
              <a:gd name="connsiteX108" fmla="*/ 7614347 w 12192001"/>
              <a:gd name="connsiteY108" fmla="*/ 2139232 h 2344739"/>
              <a:gd name="connsiteX109" fmla="*/ 7527543 w 12192001"/>
              <a:gd name="connsiteY109" fmla="*/ 2145060 h 2344739"/>
              <a:gd name="connsiteX110" fmla="*/ 7519571 w 12192001"/>
              <a:gd name="connsiteY110" fmla="*/ 2147613 h 2344739"/>
              <a:gd name="connsiteX111" fmla="*/ 7507411 w 12192001"/>
              <a:gd name="connsiteY111" fmla="*/ 2148948 h 2344739"/>
              <a:gd name="connsiteX112" fmla="*/ 7507040 w 12192001"/>
              <a:gd name="connsiteY112" fmla="*/ 2148621 h 2344739"/>
              <a:gd name="connsiteX113" fmla="*/ 7495795 w 12192001"/>
              <a:gd name="connsiteY113" fmla="*/ 2150573 h 2344739"/>
              <a:gd name="connsiteX114" fmla="*/ 7405391 w 12192001"/>
              <a:gd name="connsiteY114" fmla="*/ 2142468 h 2344739"/>
              <a:gd name="connsiteX115" fmla="*/ 7312180 w 12192001"/>
              <a:gd name="connsiteY115" fmla="*/ 2132873 h 2344739"/>
              <a:gd name="connsiteX116" fmla="*/ 7310853 w 12192001"/>
              <a:gd name="connsiteY116" fmla="*/ 2131431 h 2344739"/>
              <a:gd name="connsiteX117" fmla="*/ 7218559 w 12192001"/>
              <a:gd name="connsiteY117" fmla="*/ 2156680 h 2344739"/>
              <a:gd name="connsiteX118" fmla="*/ 7201101 w 12192001"/>
              <a:gd name="connsiteY118" fmla="*/ 2161230 h 2344739"/>
              <a:gd name="connsiteX119" fmla="*/ 7197004 w 12192001"/>
              <a:gd name="connsiteY119" fmla="*/ 2166588 h 2344739"/>
              <a:gd name="connsiteX120" fmla="*/ 7170808 w 12192001"/>
              <a:gd name="connsiteY120" fmla="*/ 2171236 h 2344739"/>
              <a:gd name="connsiteX121" fmla="*/ 7096988 w 12192001"/>
              <a:gd name="connsiteY121" fmla="*/ 2183464 h 2344739"/>
              <a:gd name="connsiteX122" fmla="*/ 7018496 w 12192001"/>
              <a:gd name="connsiteY122" fmla="*/ 2183090 h 2344739"/>
              <a:gd name="connsiteX123" fmla="*/ 6904146 w 12192001"/>
              <a:gd name="connsiteY123" fmla="*/ 2212596 h 2344739"/>
              <a:gd name="connsiteX124" fmla="*/ 6708222 w 12192001"/>
              <a:gd name="connsiteY124" fmla="*/ 2240551 h 2344739"/>
              <a:gd name="connsiteX125" fmla="*/ 6549454 w 12192001"/>
              <a:gd name="connsiteY125" fmla="*/ 2269327 h 2344739"/>
              <a:gd name="connsiteX126" fmla="*/ 6317560 w 12192001"/>
              <a:gd name="connsiteY126" fmla="*/ 2316127 h 2344739"/>
              <a:gd name="connsiteX127" fmla="*/ 6168674 w 12192001"/>
              <a:gd name="connsiteY127" fmla="*/ 2318214 h 2344739"/>
              <a:gd name="connsiteX128" fmla="*/ 6073848 w 12192001"/>
              <a:gd name="connsiteY128" fmla="*/ 2338676 h 2344739"/>
              <a:gd name="connsiteX129" fmla="*/ 6068529 w 12192001"/>
              <a:gd name="connsiteY129" fmla="*/ 2337139 h 2344739"/>
              <a:gd name="connsiteX130" fmla="*/ 6048638 w 12192001"/>
              <a:gd name="connsiteY130" fmla="*/ 2337822 h 2344739"/>
              <a:gd name="connsiteX131" fmla="*/ 6041285 w 12192001"/>
              <a:gd name="connsiteY131" fmla="*/ 2329473 h 2344739"/>
              <a:gd name="connsiteX132" fmla="*/ 6010090 w 12192001"/>
              <a:gd name="connsiteY132" fmla="*/ 2324380 h 2344739"/>
              <a:gd name="connsiteX133" fmla="*/ 5957375 w 12192001"/>
              <a:gd name="connsiteY133" fmla="*/ 2328024 h 2344739"/>
              <a:gd name="connsiteX134" fmla="*/ 5758919 w 12192001"/>
              <a:gd name="connsiteY134" fmla="*/ 2343716 h 2344739"/>
              <a:gd name="connsiteX135" fmla="*/ 5626960 w 12192001"/>
              <a:gd name="connsiteY135" fmla="*/ 2344739 h 2344739"/>
              <a:gd name="connsiteX136" fmla="*/ 5470906 w 12192001"/>
              <a:gd name="connsiteY136" fmla="*/ 2330719 h 2344739"/>
              <a:gd name="connsiteX137" fmla="*/ 5432761 w 12192001"/>
              <a:gd name="connsiteY137" fmla="*/ 2319466 h 2344739"/>
              <a:gd name="connsiteX138" fmla="*/ 5381669 w 12192001"/>
              <a:gd name="connsiteY138" fmla="*/ 2301764 h 2344739"/>
              <a:gd name="connsiteX139" fmla="*/ 5261764 w 12192001"/>
              <a:gd name="connsiteY139" fmla="*/ 2281347 h 2344739"/>
              <a:gd name="connsiteX140" fmla="*/ 5222961 w 12192001"/>
              <a:gd name="connsiteY140" fmla="*/ 2270223 h 2344739"/>
              <a:gd name="connsiteX141" fmla="*/ 5174660 w 12192001"/>
              <a:gd name="connsiteY141" fmla="*/ 2267233 h 2344739"/>
              <a:gd name="connsiteX142" fmla="*/ 5156554 w 12192001"/>
              <a:gd name="connsiteY142" fmla="*/ 2260010 h 2344739"/>
              <a:gd name="connsiteX143" fmla="*/ 5142599 w 12192001"/>
              <a:gd name="connsiteY143" fmla="*/ 2256610 h 2344739"/>
              <a:gd name="connsiteX144" fmla="*/ 5139596 w 12192001"/>
              <a:gd name="connsiteY144" fmla="*/ 2254509 h 2344739"/>
              <a:gd name="connsiteX145" fmla="*/ 5121659 w 12192001"/>
              <a:gd name="connsiteY145" fmla="*/ 2243656 h 2344739"/>
              <a:gd name="connsiteX146" fmla="*/ 5065790 w 12192001"/>
              <a:gd name="connsiteY146" fmla="*/ 2250227 h 2344739"/>
              <a:gd name="connsiteX147" fmla="*/ 5011514 w 12192001"/>
              <a:gd name="connsiteY147" fmla="*/ 2233846 h 2344739"/>
              <a:gd name="connsiteX148" fmla="*/ 4840441 w 12192001"/>
              <a:gd name="connsiteY148" fmla="*/ 2209829 h 2344739"/>
              <a:gd name="connsiteX149" fmla="*/ 4762447 w 12192001"/>
              <a:gd name="connsiteY149" fmla="*/ 2182061 h 2344739"/>
              <a:gd name="connsiteX150" fmla="*/ 4723186 w 12192001"/>
              <a:gd name="connsiteY150" fmla="*/ 2173047 h 2344739"/>
              <a:gd name="connsiteX151" fmla="*/ 4721176 w 12192001"/>
              <a:gd name="connsiteY151" fmla="*/ 2172298 h 2344739"/>
              <a:gd name="connsiteX152" fmla="*/ 4722111 w 12192001"/>
              <a:gd name="connsiteY152" fmla="*/ 2172087 h 2344739"/>
              <a:gd name="connsiteX153" fmla="*/ 4717202 w 12192001"/>
              <a:gd name="connsiteY153" fmla="*/ 2170817 h 2344739"/>
              <a:gd name="connsiteX154" fmla="*/ 4721176 w 12192001"/>
              <a:gd name="connsiteY154" fmla="*/ 2172298 h 2344739"/>
              <a:gd name="connsiteX155" fmla="*/ 4715526 w 12192001"/>
              <a:gd name="connsiteY155" fmla="*/ 2173573 h 2344739"/>
              <a:gd name="connsiteX156" fmla="*/ 4515814 w 12192001"/>
              <a:gd name="connsiteY156" fmla="*/ 2163671 h 2344739"/>
              <a:gd name="connsiteX157" fmla="*/ 4428543 w 12192001"/>
              <a:gd name="connsiteY157" fmla="*/ 2153020 h 2344739"/>
              <a:gd name="connsiteX158" fmla="*/ 4362875 w 12192001"/>
              <a:gd name="connsiteY158" fmla="*/ 2151674 h 2344739"/>
              <a:gd name="connsiteX159" fmla="*/ 4316966 w 12192001"/>
              <a:gd name="connsiteY159" fmla="*/ 2158289 h 2344739"/>
              <a:gd name="connsiteX160" fmla="*/ 4315110 w 12192001"/>
              <a:gd name="connsiteY160" fmla="*/ 2156948 h 2344739"/>
              <a:gd name="connsiteX161" fmla="*/ 4295144 w 12192001"/>
              <a:gd name="connsiteY161" fmla="*/ 2155069 h 2344739"/>
              <a:gd name="connsiteX162" fmla="*/ 4290064 w 12192001"/>
              <a:gd name="connsiteY162" fmla="*/ 2157986 h 2344739"/>
              <a:gd name="connsiteX163" fmla="*/ 4276142 w 12192001"/>
              <a:gd name="connsiteY163" fmla="*/ 2157740 h 2344739"/>
              <a:gd name="connsiteX164" fmla="*/ 4248117 w 12192001"/>
              <a:gd name="connsiteY164" fmla="*/ 2160064 h 2344739"/>
              <a:gd name="connsiteX165" fmla="*/ 4202051 w 12192001"/>
              <a:gd name="connsiteY165" fmla="*/ 2157269 h 2344739"/>
              <a:gd name="connsiteX166" fmla="*/ 4201745 w 12192001"/>
              <a:gd name="connsiteY166" fmla="*/ 2156010 h 2344739"/>
              <a:gd name="connsiteX167" fmla="*/ 4191248 w 12192001"/>
              <a:gd name="connsiteY167" fmla="*/ 2150376 h 2344739"/>
              <a:gd name="connsiteX168" fmla="*/ 4142745 w 12192001"/>
              <a:gd name="connsiteY168" fmla="*/ 2134511 h 2344739"/>
              <a:gd name="connsiteX169" fmla="*/ 4083097 w 12192001"/>
              <a:gd name="connsiteY169" fmla="*/ 2107978 h 2344739"/>
              <a:gd name="connsiteX170" fmla="*/ 4074546 w 12192001"/>
              <a:gd name="connsiteY170" fmla="*/ 2107143 h 2344739"/>
              <a:gd name="connsiteX171" fmla="*/ 4074427 w 12192001"/>
              <a:gd name="connsiteY171" fmla="*/ 2106844 h 2344739"/>
              <a:gd name="connsiteX172" fmla="*/ 4065510 w 12192001"/>
              <a:gd name="connsiteY172" fmla="*/ 2105400 h 2344739"/>
              <a:gd name="connsiteX173" fmla="*/ 4058954 w 12192001"/>
              <a:gd name="connsiteY173" fmla="*/ 2105618 h 2344739"/>
              <a:gd name="connsiteX174" fmla="*/ 4042364 w 12192001"/>
              <a:gd name="connsiteY174" fmla="*/ 2103997 h 2344739"/>
              <a:gd name="connsiteX175" fmla="*/ 4036997 w 12192001"/>
              <a:gd name="connsiteY175" fmla="*/ 2101563 h 2344739"/>
              <a:gd name="connsiteX176" fmla="*/ 4035363 w 12192001"/>
              <a:gd name="connsiteY176" fmla="*/ 2097896 h 2344739"/>
              <a:gd name="connsiteX177" fmla="*/ 4033778 w 12192001"/>
              <a:gd name="connsiteY177" fmla="*/ 2098131 h 2344739"/>
              <a:gd name="connsiteX178" fmla="*/ 4004538 w 12192001"/>
              <a:gd name="connsiteY178" fmla="*/ 2085563 h 2344739"/>
              <a:gd name="connsiteX179" fmla="*/ 3936846 w 12192001"/>
              <a:gd name="connsiteY179" fmla="*/ 2068106 h 2344739"/>
              <a:gd name="connsiteX180" fmla="*/ 3897275 w 12192001"/>
              <a:gd name="connsiteY180" fmla="*/ 2062451 h 2344739"/>
              <a:gd name="connsiteX181" fmla="*/ 3789760 w 12192001"/>
              <a:gd name="connsiteY181" fmla="*/ 2042213 h 2344739"/>
              <a:gd name="connsiteX182" fmla="*/ 3682513 w 12192001"/>
              <a:gd name="connsiteY182" fmla="*/ 2018290 h 2344739"/>
              <a:gd name="connsiteX183" fmla="*/ 3610035 w 12192001"/>
              <a:gd name="connsiteY183" fmla="*/ 1986019 h 2344739"/>
              <a:gd name="connsiteX184" fmla="*/ 3603855 w 12192001"/>
              <a:gd name="connsiteY184" fmla="*/ 1987381 h 2344739"/>
              <a:gd name="connsiteX185" fmla="*/ 3594736 w 12192001"/>
              <a:gd name="connsiteY185" fmla="*/ 1987545 h 2344739"/>
              <a:gd name="connsiteX186" fmla="*/ 3594501 w 12192001"/>
              <a:gd name="connsiteY186" fmla="*/ 1987276 h 2344739"/>
              <a:gd name="connsiteX187" fmla="*/ 3585978 w 12192001"/>
              <a:gd name="connsiteY187" fmla="*/ 1987966 h 2344739"/>
              <a:gd name="connsiteX188" fmla="*/ 3536135 w 12192001"/>
              <a:gd name="connsiteY188" fmla="*/ 1978267 h 2344739"/>
              <a:gd name="connsiteX189" fmla="*/ 3473223 w 12192001"/>
              <a:gd name="connsiteY189" fmla="*/ 1974606 h 2344739"/>
              <a:gd name="connsiteX190" fmla="*/ 3400728 w 12192001"/>
              <a:gd name="connsiteY190" fmla="*/ 1962558 h 2344739"/>
              <a:gd name="connsiteX191" fmla="*/ 3363888 w 12192001"/>
              <a:gd name="connsiteY191" fmla="*/ 1979510 h 2344739"/>
              <a:gd name="connsiteX192" fmla="*/ 3344026 w 12192001"/>
              <a:gd name="connsiteY192" fmla="*/ 1981192 h 2344739"/>
              <a:gd name="connsiteX193" fmla="*/ 3341698 w 12192001"/>
              <a:gd name="connsiteY193" fmla="*/ 1980217 h 2344739"/>
              <a:gd name="connsiteX194" fmla="*/ 3262356 w 12192001"/>
              <a:gd name="connsiteY194" fmla="*/ 1986094 h 2344739"/>
              <a:gd name="connsiteX195" fmla="*/ 3142556 w 12192001"/>
              <a:gd name="connsiteY195" fmla="*/ 1993869 h 2344739"/>
              <a:gd name="connsiteX196" fmla="*/ 3030291 w 12192001"/>
              <a:gd name="connsiteY196" fmla="*/ 1996512 h 2344739"/>
              <a:gd name="connsiteX197" fmla="*/ 2781569 w 12192001"/>
              <a:gd name="connsiteY197" fmla="*/ 2018333 h 2344739"/>
              <a:gd name="connsiteX198" fmla="*/ 2646527 w 12192001"/>
              <a:gd name="connsiteY198" fmla="*/ 2028869 h 2344739"/>
              <a:gd name="connsiteX199" fmla="*/ 2568028 w 12192001"/>
              <a:gd name="connsiteY199" fmla="*/ 2002628 h 2344739"/>
              <a:gd name="connsiteX200" fmla="*/ 2443255 w 12192001"/>
              <a:gd name="connsiteY200" fmla="*/ 2016529 h 2344739"/>
              <a:gd name="connsiteX201" fmla="*/ 2315112 w 12192001"/>
              <a:gd name="connsiteY201" fmla="*/ 2024996 h 2344739"/>
              <a:gd name="connsiteX202" fmla="*/ 2208578 w 12192001"/>
              <a:gd name="connsiteY202" fmla="*/ 2019763 h 2344739"/>
              <a:gd name="connsiteX203" fmla="*/ 2094665 w 12192001"/>
              <a:gd name="connsiteY203" fmla="*/ 2003052 h 2344739"/>
              <a:gd name="connsiteX204" fmla="*/ 1997356 w 12192001"/>
              <a:gd name="connsiteY204" fmla="*/ 1995032 h 2344739"/>
              <a:gd name="connsiteX205" fmla="*/ 1928172 w 12192001"/>
              <a:gd name="connsiteY205" fmla="*/ 2016977 h 2344739"/>
              <a:gd name="connsiteX206" fmla="*/ 1921650 w 12192001"/>
              <a:gd name="connsiteY206" fmla="*/ 2012146 h 2344739"/>
              <a:gd name="connsiteX207" fmla="*/ 1873080 w 12192001"/>
              <a:gd name="connsiteY207" fmla="*/ 2013741 h 2344739"/>
              <a:gd name="connsiteX208" fmla="*/ 1786655 w 12192001"/>
              <a:gd name="connsiteY208" fmla="*/ 2041363 h 2344739"/>
              <a:gd name="connsiteX209" fmla="*/ 1738204 w 12192001"/>
              <a:gd name="connsiteY209" fmla="*/ 2036312 h 2344739"/>
              <a:gd name="connsiteX210" fmla="*/ 1675071 w 12192001"/>
              <a:gd name="connsiteY210" fmla="*/ 2019963 h 2344739"/>
              <a:gd name="connsiteX211" fmla="*/ 1608669 w 12192001"/>
              <a:gd name="connsiteY211" fmla="*/ 2013066 h 2344739"/>
              <a:gd name="connsiteX212" fmla="*/ 1496110 w 12192001"/>
              <a:gd name="connsiteY212" fmla="*/ 1987476 h 2344739"/>
              <a:gd name="connsiteX213" fmla="*/ 1149979 w 12192001"/>
              <a:gd name="connsiteY213" fmla="*/ 1938041 h 2344739"/>
              <a:gd name="connsiteX214" fmla="*/ 858269 w 12192001"/>
              <a:gd name="connsiteY214" fmla="*/ 1928608 h 2344739"/>
              <a:gd name="connsiteX215" fmla="*/ 837540 w 12192001"/>
              <a:gd name="connsiteY215" fmla="*/ 1929821 h 2344739"/>
              <a:gd name="connsiteX216" fmla="*/ 816809 w 12192001"/>
              <a:gd name="connsiteY216" fmla="*/ 1927857 h 2344739"/>
              <a:gd name="connsiteX217" fmla="*/ 811506 w 12192001"/>
              <a:gd name="connsiteY217" fmla="*/ 1930751 h 2344739"/>
              <a:gd name="connsiteX218" fmla="*/ 797041 w 12192001"/>
              <a:gd name="connsiteY218" fmla="*/ 1930446 h 2344739"/>
              <a:gd name="connsiteX219" fmla="*/ 767901 w 12192001"/>
              <a:gd name="connsiteY219" fmla="*/ 1932653 h 2344739"/>
              <a:gd name="connsiteX220" fmla="*/ 763053 w 12192001"/>
              <a:gd name="connsiteY220" fmla="*/ 1930432 h 2344739"/>
              <a:gd name="connsiteX221" fmla="*/ 720047 w 12192001"/>
              <a:gd name="connsiteY221" fmla="*/ 1929661 h 2344739"/>
              <a:gd name="connsiteX222" fmla="*/ 719742 w 12192001"/>
              <a:gd name="connsiteY222" fmla="*/ 1928399 h 2344739"/>
              <a:gd name="connsiteX223" fmla="*/ 708875 w 12192001"/>
              <a:gd name="connsiteY223" fmla="*/ 1922722 h 2344739"/>
              <a:gd name="connsiteX224" fmla="*/ 596792 w 12192001"/>
              <a:gd name="connsiteY224" fmla="*/ 1879864 h 2344739"/>
              <a:gd name="connsiteX225" fmla="*/ 578535 w 12192001"/>
              <a:gd name="connsiteY225" fmla="*/ 1877212 h 2344739"/>
              <a:gd name="connsiteX226" fmla="*/ 571717 w 12192001"/>
              <a:gd name="connsiteY226" fmla="*/ 1877401 h 2344739"/>
              <a:gd name="connsiteX227" fmla="*/ 445099 w 12192001"/>
              <a:gd name="connsiteY227" fmla="*/ 1839371 h 2344739"/>
              <a:gd name="connsiteX228" fmla="*/ 404015 w 12192001"/>
              <a:gd name="connsiteY228" fmla="*/ 1833548 h 2344739"/>
              <a:gd name="connsiteX229" fmla="*/ 292435 w 12192001"/>
              <a:gd name="connsiteY229" fmla="*/ 1812852 h 2344739"/>
              <a:gd name="connsiteX230" fmla="*/ 118381 w 12192001"/>
              <a:gd name="connsiteY230" fmla="*/ 1761047 h 2344739"/>
              <a:gd name="connsiteX231" fmla="*/ 15526 w 12192001"/>
              <a:gd name="connsiteY231" fmla="*/ 1758191 h 2344739"/>
              <a:gd name="connsiteX232" fmla="*/ 2 w 12192001"/>
              <a:gd name="connsiteY232" fmla="*/ 1752722 h 2344739"/>
              <a:gd name="connsiteX233" fmla="*/ 1 w 12192001"/>
              <a:gd name="connsiteY233" fmla="*/ 762497 h 2344739"/>
              <a:gd name="connsiteX234" fmla="*/ 0 w 12192001"/>
              <a:gd name="connsiteY234" fmla="*/ 762497 h 2344739"/>
              <a:gd name="connsiteX235" fmla="*/ 0 w 12192001"/>
              <a:gd name="connsiteY235" fmla="*/ 222213 h 2344739"/>
              <a:gd name="connsiteX236" fmla="*/ 0 w 12192001"/>
              <a:gd name="connsiteY23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309326 w 12192001"/>
              <a:gd name="connsiteY26" fmla="*/ 1274846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415912 w 12192001"/>
              <a:gd name="connsiteY26" fmla="*/ 1173869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306392 w 12192001"/>
              <a:gd name="connsiteY25" fmla="*/ 1272239 h 2344739"/>
              <a:gd name="connsiteX26" fmla="*/ 11522499 w 12192001"/>
              <a:gd name="connsiteY26" fmla="*/ 1207528 h 2344739"/>
              <a:gd name="connsiteX27" fmla="*/ 11245526 w 12192001"/>
              <a:gd name="connsiteY27" fmla="*/ 1274060 h 2344739"/>
              <a:gd name="connsiteX28" fmla="*/ 11227161 w 12192001"/>
              <a:gd name="connsiteY28" fmla="*/ 1276236 h 2344739"/>
              <a:gd name="connsiteX29" fmla="*/ 11216939 w 12192001"/>
              <a:gd name="connsiteY29" fmla="*/ 1275961 h 2344739"/>
              <a:gd name="connsiteX30" fmla="*/ 11216036 w 12192001"/>
              <a:gd name="connsiteY30" fmla="*/ 1275018 h 2344739"/>
              <a:gd name="connsiteX31" fmla="*/ 11187737 w 12192001"/>
              <a:gd name="connsiteY31" fmla="*/ 1292383 h 2344739"/>
              <a:gd name="connsiteX32" fmla="*/ 11183353 w 12192001"/>
              <a:gd name="connsiteY32" fmla="*/ 1292525 h 2344739"/>
              <a:gd name="connsiteX33" fmla="*/ 11165706 w 12192001"/>
              <a:gd name="connsiteY33" fmla="*/ 1306612 h 2344739"/>
              <a:gd name="connsiteX34" fmla="*/ 11156163 w 12192001"/>
              <a:gd name="connsiteY34" fmla="*/ 1312414 h 2344739"/>
              <a:gd name="connsiteX35" fmla="*/ 11154348 w 12192001"/>
              <a:gd name="connsiteY35" fmla="*/ 1317097 h 2344739"/>
              <a:gd name="connsiteX36" fmla="*/ 11139813 w 12192001"/>
              <a:gd name="connsiteY36" fmla="*/ 1324115 h 2344739"/>
              <a:gd name="connsiteX37" fmla="*/ 11137813 w 12192001"/>
              <a:gd name="connsiteY37" fmla="*/ 1323772 h 2344739"/>
              <a:gd name="connsiteX38" fmla="*/ 11127060 w 12192001"/>
              <a:gd name="connsiteY38" fmla="*/ 1333832 h 2344739"/>
              <a:gd name="connsiteX39" fmla="*/ 11119543 w 12192001"/>
              <a:gd name="connsiteY39" fmla="*/ 1347424 h 2344739"/>
              <a:gd name="connsiteX40" fmla="*/ 10893535 w 12192001"/>
              <a:gd name="connsiteY40" fmla="*/ 1473399 h 2344739"/>
              <a:gd name="connsiteX41" fmla="*/ 10772152 w 12192001"/>
              <a:gd name="connsiteY41" fmla="*/ 1523191 h 2344739"/>
              <a:gd name="connsiteX42" fmla="*/ 10626520 w 12192001"/>
              <a:gd name="connsiteY42" fmla="*/ 1559229 h 2344739"/>
              <a:gd name="connsiteX43" fmla="*/ 10580747 w 12192001"/>
              <a:gd name="connsiteY43" fmla="*/ 1568689 h 2344739"/>
              <a:gd name="connsiteX44" fmla="*/ 10546642 w 12192001"/>
              <a:gd name="connsiteY44" fmla="*/ 1598423 h 2344739"/>
              <a:gd name="connsiteX45" fmla="*/ 10528495 w 12192001"/>
              <a:gd name="connsiteY45" fmla="*/ 1596907 h 2344739"/>
              <a:gd name="connsiteX46" fmla="*/ 10525298 w 12192001"/>
              <a:gd name="connsiteY46" fmla="*/ 1596411 h 2344739"/>
              <a:gd name="connsiteX47" fmla="*/ 10513981 w 12192001"/>
              <a:gd name="connsiteY47" fmla="*/ 1599537 h 2344739"/>
              <a:gd name="connsiteX48" fmla="*/ 10490587 w 12192001"/>
              <a:gd name="connsiteY48" fmla="*/ 1594156 h 2344739"/>
              <a:gd name="connsiteX49" fmla="*/ 10470270 w 12192001"/>
              <a:gd name="connsiteY49" fmla="*/ 1601693 h 2344739"/>
              <a:gd name="connsiteX50" fmla="*/ 10375894 w 12192001"/>
              <a:gd name="connsiteY50" fmla="*/ 1644598 h 2344739"/>
              <a:gd name="connsiteX51" fmla="*/ 10318190 w 12192001"/>
              <a:gd name="connsiteY51" fmla="*/ 1666221 h 2344739"/>
              <a:gd name="connsiteX52" fmla="*/ 10294319 w 12192001"/>
              <a:gd name="connsiteY52" fmla="*/ 1668079 h 2344739"/>
              <a:gd name="connsiteX53" fmla="*/ 10262295 w 12192001"/>
              <a:gd name="connsiteY53" fmla="*/ 1674948 h 2344739"/>
              <a:gd name="connsiteX54" fmla="*/ 10204270 w 12192001"/>
              <a:gd name="connsiteY54" fmla="*/ 1682149 h 2344739"/>
              <a:gd name="connsiteX55" fmla="*/ 10176611 w 12192001"/>
              <a:gd name="connsiteY55" fmla="*/ 1692943 h 2344739"/>
              <a:gd name="connsiteX56" fmla="*/ 10163922 w 12192001"/>
              <a:gd name="connsiteY56" fmla="*/ 1693739 h 2344739"/>
              <a:gd name="connsiteX57" fmla="*/ 10155160 w 12192001"/>
              <a:gd name="connsiteY57" fmla="*/ 1707487 h 2344739"/>
              <a:gd name="connsiteX58" fmla="*/ 10117119 w 12192001"/>
              <a:gd name="connsiteY58" fmla="*/ 1731142 h 2344739"/>
              <a:gd name="connsiteX59" fmla="*/ 10100445 w 12192001"/>
              <a:gd name="connsiteY59" fmla="*/ 1742432 h 2344739"/>
              <a:gd name="connsiteX60" fmla="*/ 10082169 w 12192001"/>
              <a:gd name="connsiteY60" fmla="*/ 1743296 h 2344739"/>
              <a:gd name="connsiteX61" fmla="*/ 10039240 w 12192001"/>
              <a:gd name="connsiteY61" fmla="*/ 1741632 h 2344739"/>
              <a:gd name="connsiteX62" fmla="*/ 9960019 w 12192001"/>
              <a:gd name="connsiteY62" fmla="*/ 1757147 h 2344739"/>
              <a:gd name="connsiteX63" fmla="*/ 9847792 w 12192001"/>
              <a:gd name="connsiteY63" fmla="*/ 1763915 h 2344739"/>
              <a:gd name="connsiteX64" fmla="*/ 9728309 w 12192001"/>
              <a:gd name="connsiteY64" fmla="*/ 1784122 h 2344739"/>
              <a:gd name="connsiteX65" fmla="*/ 9584507 w 12192001"/>
              <a:gd name="connsiteY65" fmla="*/ 1795542 h 2344739"/>
              <a:gd name="connsiteX66" fmla="*/ 9343052 w 12192001"/>
              <a:gd name="connsiteY66" fmla="*/ 1841244 h 2344739"/>
              <a:gd name="connsiteX67" fmla="*/ 9231370 w 12192001"/>
              <a:gd name="connsiteY67" fmla="*/ 1893149 h 2344739"/>
              <a:gd name="connsiteX68" fmla="*/ 9194810 w 12192001"/>
              <a:gd name="connsiteY68" fmla="*/ 1903228 h 2344739"/>
              <a:gd name="connsiteX69" fmla="*/ 9189246 w 12192001"/>
              <a:gd name="connsiteY69" fmla="*/ 1912467 h 2344739"/>
              <a:gd name="connsiteX70" fmla="*/ 9151232 w 12192001"/>
              <a:gd name="connsiteY70" fmla="*/ 1923669 h 2344739"/>
              <a:gd name="connsiteX71" fmla="*/ 9150210 w 12192001"/>
              <a:gd name="connsiteY71" fmla="*/ 1922604 h 2344739"/>
              <a:gd name="connsiteX72" fmla="*/ 9137318 w 12192001"/>
              <a:gd name="connsiteY72" fmla="*/ 1920435 h 2344739"/>
              <a:gd name="connsiteX73" fmla="*/ 9113812 w 12192001"/>
              <a:gd name="connsiteY73" fmla="*/ 1919069 h 2344739"/>
              <a:gd name="connsiteX74" fmla="*/ 9053453 w 12192001"/>
              <a:gd name="connsiteY74" fmla="*/ 1910755 h 2344739"/>
              <a:gd name="connsiteX75" fmla="*/ 9005486 w 12192001"/>
              <a:gd name="connsiteY75" fmla="*/ 1914040 h 2344739"/>
              <a:gd name="connsiteX76" fmla="*/ 9005201 w 12192001"/>
              <a:gd name="connsiteY76" fmla="*/ 1913800 h 2344739"/>
              <a:gd name="connsiteX77" fmla="*/ 8996232 w 12192001"/>
              <a:gd name="connsiteY77" fmla="*/ 1915011 h 2344739"/>
              <a:gd name="connsiteX78" fmla="*/ 8990394 w 12192001"/>
              <a:gd name="connsiteY78" fmla="*/ 1917072 h 2344739"/>
              <a:gd name="connsiteX79" fmla="*/ 8974337 w 12192001"/>
              <a:gd name="connsiteY79" fmla="*/ 1920298 h 2344739"/>
              <a:gd name="connsiteX80" fmla="*/ 8968011 w 12192001"/>
              <a:gd name="connsiteY80" fmla="*/ 1919598 h 2344739"/>
              <a:gd name="connsiteX81" fmla="*/ 8963048 w 12192001"/>
              <a:gd name="connsiteY81" fmla="*/ 1917373 h 2344739"/>
              <a:gd name="connsiteX82" fmla="*/ 8928988 w 12192001"/>
              <a:gd name="connsiteY82" fmla="*/ 1914185 h 2344739"/>
              <a:gd name="connsiteX83" fmla="*/ 8752444 w 12192001"/>
              <a:gd name="connsiteY83" fmla="*/ 1933417 h 2344739"/>
              <a:gd name="connsiteX84" fmla="*/ 8707847 w 12192001"/>
              <a:gd name="connsiteY84" fmla="*/ 1935518 h 2344739"/>
              <a:gd name="connsiteX85" fmla="*/ 8596071 w 12192001"/>
              <a:gd name="connsiteY85" fmla="*/ 1944090 h 2344739"/>
              <a:gd name="connsiteX86" fmla="*/ 8525230 w 12192001"/>
              <a:gd name="connsiteY86" fmla="*/ 1929248 h 2344739"/>
              <a:gd name="connsiteX87" fmla="*/ 8510983 w 12192001"/>
              <a:gd name="connsiteY87" fmla="*/ 1935163 h 2344739"/>
              <a:gd name="connsiteX88" fmla="*/ 8506167 w 12192001"/>
              <a:gd name="connsiteY88" fmla="*/ 1938164 h 2344739"/>
              <a:gd name="connsiteX89" fmla="*/ 8497968 w 12192001"/>
              <a:gd name="connsiteY89" fmla="*/ 1940902 h 2344739"/>
              <a:gd name="connsiteX90" fmla="*/ 8497594 w 12192001"/>
              <a:gd name="connsiteY90" fmla="*/ 1940723 h 2344739"/>
              <a:gd name="connsiteX91" fmla="*/ 8490249 w 12192001"/>
              <a:gd name="connsiteY91" fmla="*/ 1943773 h 2344739"/>
              <a:gd name="connsiteX92" fmla="*/ 8367182 w 12192001"/>
              <a:gd name="connsiteY92" fmla="*/ 1957815 h 2344739"/>
              <a:gd name="connsiteX93" fmla="*/ 8353799 w 12192001"/>
              <a:gd name="connsiteY93" fmla="*/ 1958009 h 2344739"/>
              <a:gd name="connsiteX94" fmla="*/ 8352373 w 12192001"/>
              <a:gd name="connsiteY94" fmla="*/ 1957169 h 2344739"/>
              <a:gd name="connsiteX95" fmla="*/ 8320104 w 12192001"/>
              <a:gd name="connsiteY95" fmla="*/ 1974587 h 2344739"/>
              <a:gd name="connsiteX96" fmla="*/ 8314433 w 12192001"/>
              <a:gd name="connsiteY96" fmla="*/ 1974913 h 2344739"/>
              <a:gd name="connsiteX97" fmla="*/ 8295174 w 12192001"/>
              <a:gd name="connsiteY97" fmla="*/ 1988808 h 2344739"/>
              <a:gd name="connsiteX98" fmla="*/ 8284276 w 12192001"/>
              <a:gd name="connsiteY98" fmla="*/ 1994631 h 2344739"/>
              <a:gd name="connsiteX99" fmla="*/ 8283150 w 12192001"/>
              <a:gd name="connsiteY99" fmla="*/ 1999074 h 2344739"/>
              <a:gd name="connsiteX100" fmla="*/ 8266076 w 12192001"/>
              <a:gd name="connsiteY100" fmla="*/ 2006249 h 2344739"/>
              <a:gd name="connsiteX101" fmla="*/ 8263377 w 12192001"/>
              <a:gd name="connsiteY101" fmla="*/ 2006019 h 2344739"/>
              <a:gd name="connsiteX102" fmla="*/ 8252033 w 12192001"/>
              <a:gd name="connsiteY102" fmla="*/ 2015862 h 2344739"/>
              <a:gd name="connsiteX103" fmla="*/ 8245834 w 12192001"/>
              <a:gd name="connsiteY103" fmla="*/ 2028854 h 2344739"/>
              <a:gd name="connsiteX104" fmla="*/ 8090272 w 12192001"/>
              <a:gd name="connsiteY104" fmla="*/ 2075015 h 2344739"/>
              <a:gd name="connsiteX105" fmla="*/ 7905407 w 12192001"/>
              <a:gd name="connsiteY105" fmla="*/ 2116988 h 2344739"/>
              <a:gd name="connsiteX106" fmla="*/ 7718745 w 12192001"/>
              <a:gd name="connsiteY106" fmla="*/ 2142703 h 2344739"/>
              <a:gd name="connsiteX107" fmla="*/ 7614347 w 12192001"/>
              <a:gd name="connsiteY107" fmla="*/ 2139232 h 2344739"/>
              <a:gd name="connsiteX108" fmla="*/ 7527543 w 12192001"/>
              <a:gd name="connsiteY108" fmla="*/ 2145060 h 2344739"/>
              <a:gd name="connsiteX109" fmla="*/ 7519571 w 12192001"/>
              <a:gd name="connsiteY109" fmla="*/ 2147613 h 2344739"/>
              <a:gd name="connsiteX110" fmla="*/ 7507411 w 12192001"/>
              <a:gd name="connsiteY110" fmla="*/ 2148948 h 2344739"/>
              <a:gd name="connsiteX111" fmla="*/ 7507040 w 12192001"/>
              <a:gd name="connsiteY111" fmla="*/ 2148621 h 2344739"/>
              <a:gd name="connsiteX112" fmla="*/ 7495795 w 12192001"/>
              <a:gd name="connsiteY112" fmla="*/ 2150573 h 2344739"/>
              <a:gd name="connsiteX113" fmla="*/ 7405391 w 12192001"/>
              <a:gd name="connsiteY113" fmla="*/ 2142468 h 2344739"/>
              <a:gd name="connsiteX114" fmla="*/ 7312180 w 12192001"/>
              <a:gd name="connsiteY114" fmla="*/ 2132873 h 2344739"/>
              <a:gd name="connsiteX115" fmla="*/ 7310853 w 12192001"/>
              <a:gd name="connsiteY115" fmla="*/ 2131431 h 2344739"/>
              <a:gd name="connsiteX116" fmla="*/ 7218559 w 12192001"/>
              <a:gd name="connsiteY116" fmla="*/ 2156680 h 2344739"/>
              <a:gd name="connsiteX117" fmla="*/ 7201101 w 12192001"/>
              <a:gd name="connsiteY117" fmla="*/ 2161230 h 2344739"/>
              <a:gd name="connsiteX118" fmla="*/ 7197004 w 12192001"/>
              <a:gd name="connsiteY118" fmla="*/ 2166588 h 2344739"/>
              <a:gd name="connsiteX119" fmla="*/ 7170808 w 12192001"/>
              <a:gd name="connsiteY119" fmla="*/ 2171236 h 2344739"/>
              <a:gd name="connsiteX120" fmla="*/ 7096988 w 12192001"/>
              <a:gd name="connsiteY120" fmla="*/ 2183464 h 2344739"/>
              <a:gd name="connsiteX121" fmla="*/ 7018496 w 12192001"/>
              <a:gd name="connsiteY121" fmla="*/ 2183090 h 2344739"/>
              <a:gd name="connsiteX122" fmla="*/ 6904146 w 12192001"/>
              <a:gd name="connsiteY122" fmla="*/ 2212596 h 2344739"/>
              <a:gd name="connsiteX123" fmla="*/ 6708222 w 12192001"/>
              <a:gd name="connsiteY123" fmla="*/ 2240551 h 2344739"/>
              <a:gd name="connsiteX124" fmla="*/ 6549454 w 12192001"/>
              <a:gd name="connsiteY124" fmla="*/ 2269327 h 2344739"/>
              <a:gd name="connsiteX125" fmla="*/ 6317560 w 12192001"/>
              <a:gd name="connsiteY125" fmla="*/ 2316127 h 2344739"/>
              <a:gd name="connsiteX126" fmla="*/ 6168674 w 12192001"/>
              <a:gd name="connsiteY126" fmla="*/ 2318214 h 2344739"/>
              <a:gd name="connsiteX127" fmla="*/ 6073848 w 12192001"/>
              <a:gd name="connsiteY127" fmla="*/ 2338676 h 2344739"/>
              <a:gd name="connsiteX128" fmla="*/ 6068529 w 12192001"/>
              <a:gd name="connsiteY128" fmla="*/ 2337139 h 2344739"/>
              <a:gd name="connsiteX129" fmla="*/ 6048638 w 12192001"/>
              <a:gd name="connsiteY129" fmla="*/ 2337822 h 2344739"/>
              <a:gd name="connsiteX130" fmla="*/ 6041285 w 12192001"/>
              <a:gd name="connsiteY130" fmla="*/ 2329473 h 2344739"/>
              <a:gd name="connsiteX131" fmla="*/ 6010090 w 12192001"/>
              <a:gd name="connsiteY131" fmla="*/ 2324380 h 2344739"/>
              <a:gd name="connsiteX132" fmla="*/ 5957375 w 12192001"/>
              <a:gd name="connsiteY132" fmla="*/ 2328024 h 2344739"/>
              <a:gd name="connsiteX133" fmla="*/ 5758919 w 12192001"/>
              <a:gd name="connsiteY133" fmla="*/ 2343716 h 2344739"/>
              <a:gd name="connsiteX134" fmla="*/ 5626960 w 12192001"/>
              <a:gd name="connsiteY134" fmla="*/ 2344739 h 2344739"/>
              <a:gd name="connsiteX135" fmla="*/ 5470906 w 12192001"/>
              <a:gd name="connsiteY135" fmla="*/ 2330719 h 2344739"/>
              <a:gd name="connsiteX136" fmla="*/ 5432761 w 12192001"/>
              <a:gd name="connsiteY136" fmla="*/ 2319466 h 2344739"/>
              <a:gd name="connsiteX137" fmla="*/ 5381669 w 12192001"/>
              <a:gd name="connsiteY137" fmla="*/ 2301764 h 2344739"/>
              <a:gd name="connsiteX138" fmla="*/ 5261764 w 12192001"/>
              <a:gd name="connsiteY138" fmla="*/ 2281347 h 2344739"/>
              <a:gd name="connsiteX139" fmla="*/ 5222961 w 12192001"/>
              <a:gd name="connsiteY139" fmla="*/ 2270223 h 2344739"/>
              <a:gd name="connsiteX140" fmla="*/ 5174660 w 12192001"/>
              <a:gd name="connsiteY140" fmla="*/ 2267233 h 2344739"/>
              <a:gd name="connsiteX141" fmla="*/ 5156554 w 12192001"/>
              <a:gd name="connsiteY141" fmla="*/ 2260010 h 2344739"/>
              <a:gd name="connsiteX142" fmla="*/ 5142599 w 12192001"/>
              <a:gd name="connsiteY142" fmla="*/ 2256610 h 2344739"/>
              <a:gd name="connsiteX143" fmla="*/ 5139596 w 12192001"/>
              <a:gd name="connsiteY143" fmla="*/ 2254509 h 2344739"/>
              <a:gd name="connsiteX144" fmla="*/ 5121659 w 12192001"/>
              <a:gd name="connsiteY144" fmla="*/ 2243656 h 2344739"/>
              <a:gd name="connsiteX145" fmla="*/ 5065790 w 12192001"/>
              <a:gd name="connsiteY145" fmla="*/ 2250227 h 2344739"/>
              <a:gd name="connsiteX146" fmla="*/ 5011514 w 12192001"/>
              <a:gd name="connsiteY146" fmla="*/ 2233846 h 2344739"/>
              <a:gd name="connsiteX147" fmla="*/ 4840441 w 12192001"/>
              <a:gd name="connsiteY147" fmla="*/ 2209829 h 2344739"/>
              <a:gd name="connsiteX148" fmla="*/ 4762447 w 12192001"/>
              <a:gd name="connsiteY148" fmla="*/ 2182061 h 2344739"/>
              <a:gd name="connsiteX149" fmla="*/ 4723186 w 12192001"/>
              <a:gd name="connsiteY149" fmla="*/ 2173047 h 2344739"/>
              <a:gd name="connsiteX150" fmla="*/ 4721176 w 12192001"/>
              <a:gd name="connsiteY150" fmla="*/ 2172298 h 2344739"/>
              <a:gd name="connsiteX151" fmla="*/ 4722111 w 12192001"/>
              <a:gd name="connsiteY151" fmla="*/ 2172087 h 2344739"/>
              <a:gd name="connsiteX152" fmla="*/ 4717202 w 12192001"/>
              <a:gd name="connsiteY152" fmla="*/ 2170817 h 2344739"/>
              <a:gd name="connsiteX153" fmla="*/ 4721176 w 12192001"/>
              <a:gd name="connsiteY153" fmla="*/ 2172298 h 2344739"/>
              <a:gd name="connsiteX154" fmla="*/ 4715526 w 12192001"/>
              <a:gd name="connsiteY154" fmla="*/ 2173573 h 2344739"/>
              <a:gd name="connsiteX155" fmla="*/ 4515814 w 12192001"/>
              <a:gd name="connsiteY155" fmla="*/ 2163671 h 2344739"/>
              <a:gd name="connsiteX156" fmla="*/ 4428543 w 12192001"/>
              <a:gd name="connsiteY156" fmla="*/ 2153020 h 2344739"/>
              <a:gd name="connsiteX157" fmla="*/ 4362875 w 12192001"/>
              <a:gd name="connsiteY157" fmla="*/ 2151674 h 2344739"/>
              <a:gd name="connsiteX158" fmla="*/ 4316966 w 12192001"/>
              <a:gd name="connsiteY158" fmla="*/ 2158289 h 2344739"/>
              <a:gd name="connsiteX159" fmla="*/ 4315110 w 12192001"/>
              <a:gd name="connsiteY159" fmla="*/ 2156948 h 2344739"/>
              <a:gd name="connsiteX160" fmla="*/ 4295144 w 12192001"/>
              <a:gd name="connsiteY160" fmla="*/ 2155069 h 2344739"/>
              <a:gd name="connsiteX161" fmla="*/ 4290064 w 12192001"/>
              <a:gd name="connsiteY161" fmla="*/ 2157986 h 2344739"/>
              <a:gd name="connsiteX162" fmla="*/ 4276142 w 12192001"/>
              <a:gd name="connsiteY162" fmla="*/ 2157740 h 2344739"/>
              <a:gd name="connsiteX163" fmla="*/ 4248117 w 12192001"/>
              <a:gd name="connsiteY163" fmla="*/ 2160064 h 2344739"/>
              <a:gd name="connsiteX164" fmla="*/ 4202051 w 12192001"/>
              <a:gd name="connsiteY164" fmla="*/ 2157269 h 2344739"/>
              <a:gd name="connsiteX165" fmla="*/ 4201745 w 12192001"/>
              <a:gd name="connsiteY165" fmla="*/ 2156010 h 2344739"/>
              <a:gd name="connsiteX166" fmla="*/ 4191248 w 12192001"/>
              <a:gd name="connsiteY166" fmla="*/ 2150376 h 2344739"/>
              <a:gd name="connsiteX167" fmla="*/ 4142745 w 12192001"/>
              <a:gd name="connsiteY167" fmla="*/ 2134511 h 2344739"/>
              <a:gd name="connsiteX168" fmla="*/ 4083097 w 12192001"/>
              <a:gd name="connsiteY168" fmla="*/ 2107978 h 2344739"/>
              <a:gd name="connsiteX169" fmla="*/ 4074546 w 12192001"/>
              <a:gd name="connsiteY169" fmla="*/ 2107143 h 2344739"/>
              <a:gd name="connsiteX170" fmla="*/ 4074427 w 12192001"/>
              <a:gd name="connsiteY170" fmla="*/ 2106844 h 2344739"/>
              <a:gd name="connsiteX171" fmla="*/ 4065510 w 12192001"/>
              <a:gd name="connsiteY171" fmla="*/ 2105400 h 2344739"/>
              <a:gd name="connsiteX172" fmla="*/ 4058954 w 12192001"/>
              <a:gd name="connsiteY172" fmla="*/ 2105618 h 2344739"/>
              <a:gd name="connsiteX173" fmla="*/ 4042364 w 12192001"/>
              <a:gd name="connsiteY173" fmla="*/ 2103997 h 2344739"/>
              <a:gd name="connsiteX174" fmla="*/ 4036997 w 12192001"/>
              <a:gd name="connsiteY174" fmla="*/ 2101563 h 2344739"/>
              <a:gd name="connsiteX175" fmla="*/ 4035363 w 12192001"/>
              <a:gd name="connsiteY175" fmla="*/ 2097896 h 2344739"/>
              <a:gd name="connsiteX176" fmla="*/ 4033778 w 12192001"/>
              <a:gd name="connsiteY176" fmla="*/ 2098131 h 2344739"/>
              <a:gd name="connsiteX177" fmla="*/ 4004538 w 12192001"/>
              <a:gd name="connsiteY177" fmla="*/ 2085563 h 2344739"/>
              <a:gd name="connsiteX178" fmla="*/ 3936846 w 12192001"/>
              <a:gd name="connsiteY178" fmla="*/ 2068106 h 2344739"/>
              <a:gd name="connsiteX179" fmla="*/ 3897275 w 12192001"/>
              <a:gd name="connsiteY179" fmla="*/ 2062451 h 2344739"/>
              <a:gd name="connsiteX180" fmla="*/ 3789760 w 12192001"/>
              <a:gd name="connsiteY180" fmla="*/ 2042213 h 2344739"/>
              <a:gd name="connsiteX181" fmla="*/ 3682513 w 12192001"/>
              <a:gd name="connsiteY181" fmla="*/ 2018290 h 2344739"/>
              <a:gd name="connsiteX182" fmla="*/ 3610035 w 12192001"/>
              <a:gd name="connsiteY182" fmla="*/ 1986019 h 2344739"/>
              <a:gd name="connsiteX183" fmla="*/ 3603855 w 12192001"/>
              <a:gd name="connsiteY183" fmla="*/ 1987381 h 2344739"/>
              <a:gd name="connsiteX184" fmla="*/ 3594736 w 12192001"/>
              <a:gd name="connsiteY184" fmla="*/ 1987545 h 2344739"/>
              <a:gd name="connsiteX185" fmla="*/ 3594501 w 12192001"/>
              <a:gd name="connsiteY185" fmla="*/ 1987276 h 2344739"/>
              <a:gd name="connsiteX186" fmla="*/ 3585978 w 12192001"/>
              <a:gd name="connsiteY186" fmla="*/ 1987966 h 2344739"/>
              <a:gd name="connsiteX187" fmla="*/ 3536135 w 12192001"/>
              <a:gd name="connsiteY187" fmla="*/ 1978267 h 2344739"/>
              <a:gd name="connsiteX188" fmla="*/ 3473223 w 12192001"/>
              <a:gd name="connsiteY188" fmla="*/ 1974606 h 2344739"/>
              <a:gd name="connsiteX189" fmla="*/ 3400728 w 12192001"/>
              <a:gd name="connsiteY189" fmla="*/ 1962558 h 2344739"/>
              <a:gd name="connsiteX190" fmla="*/ 3363888 w 12192001"/>
              <a:gd name="connsiteY190" fmla="*/ 1979510 h 2344739"/>
              <a:gd name="connsiteX191" fmla="*/ 3344026 w 12192001"/>
              <a:gd name="connsiteY191" fmla="*/ 1981192 h 2344739"/>
              <a:gd name="connsiteX192" fmla="*/ 3341698 w 12192001"/>
              <a:gd name="connsiteY192" fmla="*/ 1980217 h 2344739"/>
              <a:gd name="connsiteX193" fmla="*/ 3262356 w 12192001"/>
              <a:gd name="connsiteY193" fmla="*/ 1986094 h 2344739"/>
              <a:gd name="connsiteX194" fmla="*/ 3142556 w 12192001"/>
              <a:gd name="connsiteY194" fmla="*/ 1993869 h 2344739"/>
              <a:gd name="connsiteX195" fmla="*/ 3030291 w 12192001"/>
              <a:gd name="connsiteY195" fmla="*/ 1996512 h 2344739"/>
              <a:gd name="connsiteX196" fmla="*/ 2781569 w 12192001"/>
              <a:gd name="connsiteY196" fmla="*/ 2018333 h 2344739"/>
              <a:gd name="connsiteX197" fmla="*/ 2646527 w 12192001"/>
              <a:gd name="connsiteY197" fmla="*/ 2028869 h 2344739"/>
              <a:gd name="connsiteX198" fmla="*/ 2568028 w 12192001"/>
              <a:gd name="connsiteY198" fmla="*/ 2002628 h 2344739"/>
              <a:gd name="connsiteX199" fmla="*/ 2443255 w 12192001"/>
              <a:gd name="connsiteY199" fmla="*/ 2016529 h 2344739"/>
              <a:gd name="connsiteX200" fmla="*/ 2315112 w 12192001"/>
              <a:gd name="connsiteY200" fmla="*/ 2024996 h 2344739"/>
              <a:gd name="connsiteX201" fmla="*/ 2208578 w 12192001"/>
              <a:gd name="connsiteY201" fmla="*/ 2019763 h 2344739"/>
              <a:gd name="connsiteX202" fmla="*/ 2094665 w 12192001"/>
              <a:gd name="connsiteY202" fmla="*/ 2003052 h 2344739"/>
              <a:gd name="connsiteX203" fmla="*/ 1997356 w 12192001"/>
              <a:gd name="connsiteY203" fmla="*/ 1995032 h 2344739"/>
              <a:gd name="connsiteX204" fmla="*/ 1928172 w 12192001"/>
              <a:gd name="connsiteY204" fmla="*/ 2016977 h 2344739"/>
              <a:gd name="connsiteX205" fmla="*/ 1921650 w 12192001"/>
              <a:gd name="connsiteY205" fmla="*/ 2012146 h 2344739"/>
              <a:gd name="connsiteX206" fmla="*/ 1873080 w 12192001"/>
              <a:gd name="connsiteY206" fmla="*/ 2013741 h 2344739"/>
              <a:gd name="connsiteX207" fmla="*/ 1786655 w 12192001"/>
              <a:gd name="connsiteY207" fmla="*/ 2041363 h 2344739"/>
              <a:gd name="connsiteX208" fmla="*/ 1738204 w 12192001"/>
              <a:gd name="connsiteY208" fmla="*/ 2036312 h 2344739"/>
              <a:gd name="connsiteX209" fmla="*/ 1675071 w 12192001"/>
              <a:gd name="connsiteY209" fmla="*/ 2019963 h 2344739"/>
              <a:gd name="connsiteX210" fmla="*/ 1608669 w 12192001"/>
              <a:gd name="connsiteY210" fmla="*/ 2013066 h 2344739"/>
              <a:gd name="connsiteX211" fmla="*/ 1496110 w 12192001"/>
              <a:gd name="connsiteY211" fmla="*/ 1987476 h 2344739"/>
              <a:gd name="connsiteX212" fmla="*/ 1149979 w 12192001"/>
              <a:gd name="connsiteY212" fmla="*/ 1938041 h 2344739"/>
              <a:gd name="connsiteX213" fmla="*/ 858269 w 12192001"/>
              <a:gd name="connsiteY213" fmla="*/ 1928608 h 2344739"/>
              <a:gd name="connsiteX214" fmla="*/ 837540 w 12192001"/>
              <a:gd name="connsiteY214" fmla="*/ 1929821 h 2344739"/>
              <a:gd name="connsiteX215" fmla="*/ 816809 w 12192001"/>
              <a:gd name="connsiteY215" fmla="*/ 1927857 h 2344739"/>
              <a:gd name="connsiteX216" fmla="*/ 811506 w 12192001"/>
              <a:gd name="connsiteY216" fmla="*/ 1930751 h 2344739"/>
              <a:gd name="connsiteX217" fmla="*/ 797041 w 12192001"/>
              <a:gd name="connsiteY217" fmla="*/ 1930446 h 2344739"/>
              <a:gd name="connsiteX218" fmla="*/ 767901 w 12192001"/>
              <a:gd name="connsiteY218" fmla="*/ 1932653 h 2344739"/>
              <a:gd name="connsiteX219" fmla="*/ 763053 w 12192001"/>
              <a:gd name="connsiteY219" fmla="*/ 1930432 h 2344739"/>
              <a:gd name="connsiteX220" fmla="*/ 720047 w 12192001"/>
              <a:gd name="connsiteY220" fmla="*/ 1929661 h 2344739"/>
              <a:gd name="connsiteX221" fmla="*/ 719742 w 12192001"/>
              <a:gd name="connsiteY221" fmla="*/ 1928399 h 2344739"/>
              <a:gd name="connsiteX222" fmla="*/ 708875 w 12192001"/>
              <a:gd name="connsiteY222" fmla="*/ 1922722 h 2344739"/>
              <a:gd name="connsiteX223" fmla="*/ 596792 w 12192001"/>
              <a:gd name="connsiteY223" fmla="*/ 1879864 h 2344739"/>
              <a:gd name="connsiteX224" fmla="*/ 578535 w 12192001"/>
              <a:gd name="connsiteY224" fmla="*/ 1877212 h 2344739"/>
              <a:gd name="connsiteX225" fmla="*/ 571717 w 12192001"/>
              <a:gd name="connsiteY225" fmla="*/ 1877401 h 2344739"/>
              <a:gd name="connsiteX226" fmla="*/ 445099 w 12192001"/>
              <a:gd name="connsiteY226" fmla="*/ 1839371 h 2344739"/>
              <a:gd name="connsiteX227" fmla="*/ 404015 w 12192001"/>
              <a:gd name="connsiteY227" fmla="*/ 1833548 h 2344739"/>
              <a:gd name="connsiteX228" fmla="*/ 292435 w 12192001"/>
              <a:gd name="connsiteY228" fmla="*/ 1812852 h 2344739"/>
              <a:gd name="connsiteX229" fmla="*/ 118381 w 12192001"/>
              <a:gd name="connsiteY229" fmla="*/ 1761047 h 2344739"/>
              <a:gd name="connsiteX230" fmla="*/ 15526 w 12192001"/>
              <a:gd name="connsiteY230" fmla="*/ 1758191 h 2344739"/>
              <a:gd name="connsiteX231" fmla="*/ 2 w 12192001"/>
              <a:gd name="connsiteY231" fmla="*/ 1752722 h 2344739"/>
              <a:gd name="connsiteX232" fmla="*/ 1 w 12192001"/>
              <a:gd name="connsiteY232" fmla="*/ 762497 h 2344739"/>
              <a:gd name="connsiteX233" fmla="*/ 0 w 12192001"/>
              <a:gd name="connsiteY233" fmla="*/ 762497 h 2344739"/>
              <a:gd name="connsiteX234" fmla="*/ 0 w 12192001"/>
              <a:gd name="connsiteY234" fmla="*/ 222213 h 2344739"/>
              <a:gd name="connsiteX235" fmla="*/ 0 w 12192001"/>
              <a:gd name="connsiteY235"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1207528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95155 w 12192001"/>
              <a:gd name="connsiteY24" fmla="*/ 918898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45526 w 12192001"/>
              <a:gd name="connsiteY26" fmla="*/ 1274060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50210 w 12192001"/>
              <a:gd name="connsiteY70" fmla="*/ 1922604 h 2344739"/>
              <a:gd name="connsiteX71" fmla="*/ 9137318 w 12192001"/>
              <a:gd name="connsiteY71" fmla="*/ 1920435 h 2344739"/>
              <a:gd name="connsiteX72" fmla="*/ 9113812 w 12192001"/>
              <a:gd name="connsiteY72" fmla="*/ 1919069 h 2344739"/>
              <a:gd name="connsiteX73" fmla="*/ 9053453 w 12192001"/>
              <a:gd name="connsiteY73" fmla="*/ 1910755 h 2344739"/>
              <a:gd name="connsiteX74" fmla="*/ 9005486 w 12192001"/>
              <a:gd name="connsiteY74" fmla="*/ 1914040 h 2344739"/>
              <a:gd name="connsiteX75" fmla="*/ 9005201 w 12192001"/>
              <a:gd name="connsiteY75" fmla="*/ 1913800 h 2344739"/>
              <a:gd name="connsiteX76" fmla="*/ 8996232 w 12192001"/>
              <a:gd name="connsiteY76" fmla="*/ 1915011 h 2344739"/>
              <a:gd name="connsiteX77" fmla="*/ 8990394 w 12192001"/>
              <a:gd name="connsiteY77" fmla="*/ 1917072 h 2344739"/>
              <a:gd name="connsiteX78" fmla="*/ 8974337 w 12192001"/>
              <a:gd name="connsiteY78" fmla="*/ 1920298 h 2344739"/>
              <a:gd name="connsiteX79" fmla="*/ 8968011 w 12192001"/>
              <a:gd name="connsiteY79" fmla="*/ 1919598 h 2344739"/>
              <a:gd name="connsiteX80" fmla="*/ 8963048 w 12192001"/>
              <a:gd name="connsiteY80" fmla="*/ 1917373 h 2344739"/>
              <a:gd name="connsiteX81" fmla="*/ 8928988 w 12192001"/>
              <a:gd name="connsiteY81" fmla="*/ 1914185 h 2344739"/>
              <a:gd name="connsiteX82" fmla="*/ 8752444 w 12192001"/>
              <a:gd name="connsiteY82" fmla="*/ 1933417 h 2344739"/>
              <a:gd name="connsiteX83" fmla="*/ 8707847 w 12192001"/>
              <a:gd name="connsiteY83" fmla="*/ 1935518 h 2344739"/>
              <a:gd name="connsiteX84" fmla="*/ 8596071 w 12192001"/>
              <a:gd name="connsiteY84" fmla="*/ 1944090 h 2344739"/>
              <a:gd name="connsiteX85" fmla="*/ 8525230 w 12192001"/>
              <a:gd name="connsiteY85" fmla="*/ 1929248 h 2344739"/>
              <a:gd name="connsiteX86" fmla="*/ 8510983 w 12192001"/>
              <a:gd name="connsiteY86" fmla="*/ 1935163 h 2344739"/>
              <a:gd name="connsiteX87" fmla="*/ 8506167 w 12192001"/>
              <a:gd name="connsiteY87" fmla="*/ 1938164 h 2344739"/>
              <a:gd name="connsiteX88" fmla="*/ 8497968 w 12192001"/>
              <a:gd name="connsiteY88" fmla="*/ 1940902 h 2344739"/>
              <a:gd name="connsiteX89" fmla="*/ 8497594 w 12192001"/>
              <a:gd name="connsiteY89" fmla="*/ 1940723 h 2344739"/>
              <a:gd name="connsiteX90" fmla="*/ 8490249 w 12192001"/>
              <a:gd name="connsiteY90" fmla="*/ 1943773 h 2344739"/>
              <a:gd name="connsiteX91" fmla="*/ 8367182 w 12192001"/>
              <a:gd name="connsiteY91" fmla="*/ 1957815 h 2344739"/>
              <a:gd name="connsiteX92" fmla="*/ 8353799 w 12192001"/>
              <a:gd name="connsiteY92" fmla="*/ 1958009 h 2344739"/>
              <a:gd name="connsiteX93" fmla="*/ 8352373 w 12192001"/>
              <a:gd name="connsiteY93" fmla="*/ 1957169 h 2344739"/>
              <a:gd name="connsiteX94" fmla="*/ 8320104 w 12192001"/>
              <a:gd name="connsiteY94" fmla="*/ 1974587 h 2344739"/>
              <a:gd name="connsiteX95" fmla="*/ 8314433 w 12192001"/>
              <a:gd name="connsiteY95" fmla="*/ 1974913 h 2344739"/>
              <a:gd name="connsiteX96" fmla="*/ 8295174 w 12192001"/>
              <a:gd name="connsiteY96" fmla="*/ 1988808 h 2344739"/>
              <a:gd name="connsiteX97" fmla="*/ 8284276 w 12192001"/>
              <a:gd name="connsiteY97" fmla="*/ 1994631 h 2344739"/>
              <a:gd name="connsiteX98" fmla="*/ 8283150 w 12192001"/>
              <a:gd name="connsiteY98" fmla="*/ 1999074 h 2344739"/>
              <a:gd name="connsiteX99" fmla="*/ 8266076 w 12192001"/>
              <a:gd name="connsiteY99" fmla="*/ 2006249 h 2344739"/>
              <a:gd name="connsiteX100" fmla="*/ 8263377 w 12192001"/>
              <a:gd name="connsiteY100" fmla="*/ 2006019 h 2344739"/>
              <a:gd name="connsiteX101" fmla="*/ 8252033 w 12192001"/>
              <a:gd name="connsiteY101" fmla="*/ 2015862 h 2344739"/>
              <a:gd name="connsiteX102" fmla="*/ 8245834 w 12192001"/>
              <a:gd name="connsiteY102" fmla="*/ 2028854 h 2344739"/>
              <a:gd name="connsiteX103" fmla="*/ 8090272 w 12192001"/>
              <a:gd name="connsiteY103" fmla="*/ 2075015 h 2344739"/>
              <a:gd name="connsiteX104" fmla="*/ 7905407 w 12192001"/>
              <a:gd name="connsiteY104" fmla="*/ 2116988 h 2344739"/>
              <a:gd name="connsiteX105" fmla="*/ 7718745 w 12192001"/>
              <a:gd name="connsiteY105" fmla="*/ 2142703 h 2344739"/>
              <a:gd name="connsiteX106" fmla="*/ 7614347 w 12192001"/>
              <a:gd name="connsiteY106" fmla="*/ 2139232 h 2344739"/>
              <a:gd name="connsiteX107" fmla="*/ 7527543 w 12192001"/>
              <a:gd name="connsiteY107" fmla="*/ 2145060 h 2344739"/>
              <a:gd name="connsiteX108" fmla="*/ 7519571 w 12192001"/>
              <a:gd name="connsiteY108" fmla="*/ 2147613 h 2344739"/>
              <a:gd name="connsiteX109" fmla="*/ 7507411 w 12192001"/>
              <a:gd name="connsiteY109" fmla="*/ 2148948 h 2344739"/>
              <a:gd name="connsiteX110" fmla="*/ 7507040 w 12192001"/>
              <a:gd name="connsiteY110" fmla="*/ 2148621 h 2344739"/>
              <a:gd name="connsiteX111" fmla="*/ 7495795 w 12192001"/>
              <a:gd name="connsiteY111" fmla="*/ 2150573 h 2344739"/>
              <a:gd name="connsiteX112" fmla="*/ 7405391 w 12192001"/>
              <a:gd name="connsiteY112" fmla="*/ 2142468 h 2344739"/>
              <a:gd name="connsiteX113" fmla="*/ 7312180 w 12192001"/>
              <a:gd name="connsiteY113" fmla="*/ 2132873 h 2344739"/>
              <a:gd name="connsiteX114" fmla="*/ 7310853 w 12192001"/>
              <a:gd name="connsiteY114" fmla="*/ 2131431 h 2344739"/>
              <a:gd name="connsiteX115" fmla="*/ 7218559 w 12192001"/>
              <a:gd name="connsiteY115" fmla="*/ 2156680 h 2344739"/>
              <a:gd name="connsiteX116" fmla="*/ 7201101 w 12192001"/>
              <a:gd name="connsiteY116" fmla="*/ 2161230 h 2344739"/>
              <a:gd name="connsiteX117" fmla="*/ 7197004 w 12192001"/>
              <a:gd name="connsiteY117" fmla="*/ 2166588 h 2344739"/>
              <a:gd name="connsiteX118" fmla="*/ 7170808 w 12192001"/>
              <a:gd name="connsiteY118" fmla="*/ 2171236 h 2344739"/>
              <a:gd name="connsiteX119" fmla="*/ 7096988 w 12192001"/>
              <a:gd name="connsiteY119" fmla="*/ 2183464 h 2344739"/>
              <a:gd name="connsiteX120" fmla="*/ 7018496 w 12192001"/>
              <a:gd name="connsiteY120" fmla="*/ 2183090 h 2344739"/>
              <a:gd name="connsiteX121" fmla="*/ 6904146 w 12192001"/>
              <a:gd name="connsiteY121" fmla="*/ 2212596 h 2344739"/>
              <a:gd name="connsiteX122" fmla="*/ 6708222 w 12192001"/>
              <a:gd name="connsiteY122" fmla="*/ 2240551 h 2344739"/>
              <a:gd name="connsiteX123" fmla="*/ 6549454 w 12192001"/>
              <a:gd name="connsiteY123" fmla="*/ 2269327 h 2344739"/>
              <a:gd name="connsiteX124" fmla="*/ 6317560 w 12192001"/>
              <a:gd name="connsiteY124" fmla="*/ 2316127 h 2344739"/>
              <a:gd name="connsiteX125" fmla="*/ 6168674 w 12192001"/>
              <a:gd name="connsiteY125" fmla="*/ 2318214 h 2344739"/>
              <a:gd name="connsiteX126" fmla="*/ 6073848 w 12192001"/>
              <a:gd name="connsiteY126" fmla="*/ 2338676 h 2344739"/>
              <a:gd name="connsiteX127" fmla="*/ 6068529 w 12192001"/>
              <a:gd name="connsiteY127" fmla="*/ 2337139 h 2344739"/>
              <a:gd name="connsiteX128" fmla="*/ 6048638 w 12192001"/>
              <a:gd name="connsiteY128" fmla="*/ 2337822 h 2344739"/>
              <a:gd name="connsiteX129" fmla="*/ 6041285 w 12192001"/>
              <a:gd name="connsiteY129" fmla="*/ 2329473 h 2344739"/>
              <a:gd name="connsiteX130" fmla="*/ 6010090 w 12192001"/>
              <a:gd name="connsiteY130" fmla="*/ 2324380 h 2344739"/>
              <a:gd name="connsiteX131" fmla="*/ 5957375 w 12192001"/>
              <a:gd name="connsiteY131" fmla="*/ 2328024 h 2344739"/>
              <a:gd name="connsiteX132" fmla="*/ 5758919 w 12192001"/>
              <a:gd name="connsiteY132" fmla="*/ 2343716 h 2344739"/>
              <a:gd name="connsiteX133" fmla="*/ 5626960 w 12192001"/>
              <a:gd name="connsiteY133" fmla="*/ 2344739 h 2344739"/>
              <a:gd name="connsiteX134" fmla="*/ 5470906 w 12192001"/>
              <a:gd name="connsiteY134" fmla="*/ 2330719 h 2344739"/>
              <a:gd name="connsiteX135" fmla="*/ 5432761 w 12192001"/>
              <a:gd name="connsiteY135" fmla="*/ 2319466 h 2344739"/>
              <a:gd name="connsiteX136" fmla="*/ 5381669 w 12192001"/>
              <a:gd name="connsiteY136" fmla="*/ 2301764 h 2344739"/>
              <a:gd name="connsiteX137" fmla="*/ 5261764 w 12192001"/>
              <a:gd name="connsiteY137" fmla="*/ 2281347 h 2344739"/>
              <a:gd name="connsiteX138" fmla="*/ 5222961 w 12192001"/>
              <a:gd name="connsiteY138" fmla="*/ 2270223 h 2344739"/>
              <a:gd name="connsiteX139" fmla="*/ 5174660 w 12192001"/>
              <a:gd name="connsiteY139" fmla="*/ 2267233 h 2344739"/>
              <a:gd name="connsiteX140" fmla="*/ 5156554 w 12192001"/>
              <a:gd name="connsiteY140" fmla="*/ 2260010 h 2344739"/>
              <a:gd name="connsiteX141" fmla="*/ 5142599 w 12192001"/>
              <a:gd name="connsiteY141" fmla="*/ 2256610 h 2344739"/>
              <a:gd name="connsiteX142" fmla="*/ 5139596 w 12192001"/>
              <a:gd name="connsiteY142" fmla="*/ 2254509 h 2344739"/>
              <a:gd name="connsiteX143" fmla="*/ 5121659 w 12192001"/>
              <a:gd name="connsiteY143" fmla="*/ 2243656 h 2344739"/>
              <a:gd name="connsiteX144" fmla="*/ 5065790 w 12192001"/>
              <a:gd name="connsiteY144" fmla="*/ 2250227 h 2344739"/>
              <a:gd name="connsiteX145" fmla="*/ 5011514 w 12192001"/>
              <a:gd name="connsiteY145" fmla="*/ 2233846 h 2344739"/>
              <a:gd name="connsiteX146" fmla="*/ 4840441 w 12192001"/>
              <a:gd name="connsiteY146" fmla="*/ 2209829 h 2344739"/>
              <a:gd name="connsiteX147" fmla="*/ 4762447 w 12192001"/>
              <a:gd name="connsiteY147" fmla="*/ 2182061 h 2344739"/>
              <a:gd name="connsiteX148" fmla="*/ 4723186 w 12192001"/>
              <a:gd name="connsiteY148" fmla="*/ 2173047 h 2344739"/>
              <a:gd name="connsiteX149" fmla="*/ 4721176 w 12192001"/>
              <a:gd name="connsiteY149" fmla="*/ 2172298 h 2344739"/>
              <a:gd name="connsiteX150" fmla="*/ 4722111 w 12192001"/>
              <a:gd name="connsiteY150" fmla="*/ 2172087 h 2344739"/>
              <a:gd name="connsiteX151" fmla="*/ 4717202 w 12192001"/>
              <a:gd name="connsiteY151" fmla="*/ 2170817 h 2344739"/>
              <a:gd name="connsiteX152" fmla="*/ 4721176 w 12192001"/>
              <a:gd name="connsiteY152" fmla="*/ 2172298 h 2344739"/>
              <a:gd name="connsiteX153" fmla="*/ 4715526 w 12192001"/>
              <a:gd name="connsiteY153" fmla="*/ 2173573 h 2344739"/>
              <a:gd name="connsiteX154" fmla="*/ 4515814 w 12192001"/>
              <a:gd name="connsiteY154" fmla="*/ 2163671 h 2344739"/>
              <a:gd name="connsiteX155" fmla="*/ 4428543 w 12192001"/>
              <a:gd name="connsiteY155" fmla="*/ 2153020 h 2344739"/>
              <a:gd name="connsiteX156" fmla="*/ 4362875 w 12192001"/>
              <a:gd name="connsiteY156" fmla="*/ 2151674 h 2344739"/>
              <a:gd name="connsiteX157" fmla="*/ 4316966 w 12192001"/>
              <a:gd name="connsiteY157" fmla="*/ 2158289 h 2344739"/>
              <a:gd name="connsiteX158" fmla="*/ 4315110 w 12192001"/>
              <a:gd name="connsiteY158" fmla="*/ 2156948 h 2344739"/>
              <a:gd name="connsiteX159" fmla="*/ 4295144 w 12192001"/>
              <a:gd name="connsiteY159" fmla="*/ 2155069 h 2344739"/>
              <a:gd name="connsiteX160" fmla="*/ 4290064 w 12192001"/>
              <a:gd name="connsiteY160" fmla="*/ 2157986 h 2344739"/>
              <a:gd name="connsiteX161" fmla="*/ 4276142 w 12192001"/>
              <a:gd name="connsiteY161" fmla="*/ 2157740 h 2344739"/>
              <a:gd name="connsiteX162" fmla="*/ 4248117 w 12192001"/>
              <a:gd name="connsiteY162" fmla="*/ 2160064 h 2344739"/>
              <a:gd name="connsiteX163" fmla="*/ 4202051 w 12192001"/>
              <a:gd name="connsiteY163" fmla="*/ 2157269 h 2344739"/>
              <a:gd name="connsiteX164" fmla="*/ 4201745 w 12192001"/>
              <a:gd name="connsiteY164" fmla="*/ 2156010 h 2344739"/>
              <a:gd name="connsiteX165" fmla="*/ 4191248 w 12192001"/>
              <a:gd name="connsiteY165" fmla="*/ 2150376 h 2344739"/>
              <a:gd name="connsiteX166" fmla="*/ 4142745 w 12192001"/>
              <a:gd name="connsiteY166" fmla="*/ 2134511 h 2344739"/>
              <a:gd name="connsiteX167" fmla="*/ 4083097 w 12192001"/>
              <a:gd name="connsiteY167" fmla="*/ 2107978 h 2344739"/>
              <a:gd name="connsiteX168" fmla="*/ 4074546 w 12192001"/>
              <a:gd name="connsiteY168" fmla="*/ 2107143 h 2344739"/>
              <a:gd name="connsiteX169" fmla="*/ 4074427 w 12192001"/>
              <a:gd name="connsiteY169" fmla="*/ 2106844 h 2344739"/>
              <a:gd name="connsiteX170" fmla="*/ 4065510 w 12192001"/>
              <a:gd name="connsiteY170" fmla="*/ 2105400 h 2344739"/>
              <a:gd name="connsiteX171" fmla="*/ 4058954 w 12192001"/>
              <a:gd name="connsiteY171" fmla="*/ 2105618 h 2344739"/>
              <a:gd name="connsiteX172" fmla="*/ 4042364 w 12192001"/>
              <a:gd name="connsiteY172" fmla="*/ 2103997 h 2344739"/>
              <a:gd name="connsiteX173" fmla="*/ 4036997 w 12192001"/>
              <a:gd name="connsiteY173" fmla="*/ 2101563 h 2344739"/>
              <a:gd name="connsiteX174" fmla="*/ 4035363 w 12192001"/>
              <a:gd name="connsiteY174" fmla="*/ 2097896 h 2344739"/>
              <a:gd name="connsiteX175" fmla="*/ 4033778 w 12192001"/>
              <a:gd name="connsiteY175" fmla="*/ 2098131 h 2344739"/>
              <a:gd name="connsiteX176" fmla="*/ 4004538 w 12192001"/>
              <a:gd name="connsiteY176" fmla="*/ 2085563 h 2344739"/>
              <a:gd name="connsiteX177" fmla="*/ 3936846 w 12192001"/>
              <a:gd name="connsiteY177" fmla="*/ 2068106 h 2344739"/>
              <a:gd name="connsiteX178" fmla="*/ 3897275 w 12192001"/>
              <a:gd name="connsiteY178" fmla="*/ 2062451 h 2344739"/>
              <a:gd name="connsiteX179" fmla="*/ 3789760 w 12192001"/>
              <a:gd name="connsiteY179" fmla="*/ 2042213 h 2344739"/>
              <a:gd name="connsiteX180" fmla="*/ 3682513 w 12192001"/>
              <a:gd name="connsiteY180" fmla="*/ 2018290 h 2344739"/>
              <a:gd name="connsiteX181" fmla="*/ 3610035 w 12192001"/>
              <a:gd name="connsiteY181" fmla="*/ 1986019 h 2344739"/>
              <a:gd name="connsiteX182" fmla="*/ 3603855 w 12192001"/>
              <a:gd name="connsiteY182" fmla="*/ 1987381 h 2344739"/>
              <a:gd name="connsiteX183" fmla="*/ 3594736 w 12192001"/>
              <a:gd name="connsiteY183" fmla="*/ 1987545 h 2344739"/>
              <a:gd name="connsiteX184" fmla="*/ 3594501 w 12192001"/>
              <a:gd name="connsiteY184" fmla="*/ 1987276 h 2344739"/>
              <a:gd name="connsiteX185" fmla="*/ 3585978 w 12192001"/>
              <a:gd name="connsiteY185" fmla="*/ 1987966 h 2344739"/>
              <a:gd name="connsiteX186" fmla="*/ 3536135 w 12192001"/>
              <a:gd name="connsiteY186" fmla="*/ 1978267 h 2344739"/>
              <a:gd name="connsiteX187" fmla="*/ 3473223 w 12192001"/>
              <a:gd name="connsiteY187" fmla="*/ 1974606 h 2344739"/>
              <a:gd name="connsiteX188" fmla="*/ 3400728 w 12192001"/>
              <a:gd name="connsiteY188" fmla="*/ 1962558 h 2344739"/>
              <a:gd name="connsiteX189" fmla="*/ 3363888 w 12192001"/>
              <a:gd name="connsiteY189" fmla="*/ 1979510 h 2344739"/>
              <a:gd name="connsiteX190" fmla="*/ 3344026 w 12192001"/>
              <a:gd name="connsiteY190" fmla="*/ 1981192 h 2344739"/>
              <a:gd name="connsiteX191" fmla="*/ 3341698 w 12192001"/>
              <a:gd name="connsiteY191" fmla="*/ 1980217 h 2344739"/>
              <a:gd name="connsiteX192" fmla="*/ 3262356 w 12192001"/>
              <a:gd name="connsiteY192" fmla="*/ 1986094 h 2344739"/>
              <a:gd name="connsiteX193" fmla="*/ 3142556 w 12192001"/>
              <a:gd name="connsiteY193" fmla="*/ 1993869 h 2344739"/>
              <a:gd name="connsiteX194" fmla="*/ 3030291 w 12192001"/>
              <a:gd name="connsiteY194" fmla="*/ 1996512 h 2344739"/>
              <a:gd name="connsiteX195" fmla="*/ 2781569 w 12192001"/>
              <a:gd name="connsiteY195" fmla="*/ 2018333 h 2344739"/>
              <a:gd name="connsiteX196" fmla="*/ 2646527 w 12192001"/>
              <a:gd name="connsiteY196" fmla="*/ 2028869 h 2344739"/>
              <a:gd name="connsiteX197" fmla="*/ 2568028 w 12192001"/>
              <a:gd name="connsiteY197" fmla="*/ 2002628 h 2344739"/>
              <a:gd name="connsiteX198" fmla="*/ 2443255 w 12192001"/>
              <a:gd name="connsiteY198" fmla="*/ 2016529 h 2344739"/>
              <a:gd name="connsiteX199" fmla="*/ 2315112 w 12192001"/>
              <a:gd name="connsiteY199" fmla="*/ 2024996 h 2344739"/>
              <a:gd name="connsiteX200" fmla="*/ 2208578 w 12192001"/>
              <a:gd name="connsiteY200" fmla="*/ 2019763 h 2344739"/>
              <a:gd name="connsiteX201" fmla="*/ 2094665 w 12192001"/>
              <a:gd name="connsiteY201" fmla="*/ 2003052 h 2344739"/>
              <a:gd name="connsiteX202" fmla="*/ 1997356 w 12192001"/>
              <a:gd name="connsiteY202" fmla="*/ 1995032 h 2344739"/>
              <a:gd name="connsiteX203" fmla="*/ 1928172 w 12192001"/>
              <a:gd name="connsiteY203" fmla="*/ 2016977 h 2344739"/>
              <a:gd name="connsiteX204" fmla="*/ 1921650 w 12192001"/>
              <a:gd name="connsiteY204" fmla="*/ 2012146 h 2344739"/>
              <a:gd name="connsiteX205" fmla="*/ 1873080 w 12192001"/>
              <a:gd name="connsiteY205" fmla="*/ 2013741 h 2344739"/>
              <a:gd name="connsiteX206" fmla="*/ 1786655 w 12192001"/>
              <a:gd name="connsiteY206" fmla="*/ 2041363 h 2344739"/>
              <a:gd name="connsiteX207" fmla="*/ 1738204 w 12192001"/>
              <a:gd name="connsiteY207" fmla="*/ 2036312 h 2344739"/>
              <a:gd name="connsiteX208" fmla="*/ 1675071 w 12192001"/>
              <a:gd name="connsiteY208" fmla="*/ 2019963 h 2344739"/>
              <a:gd name="connsiteX209" fmla="*/ 1608669 w 12192001"/>
              <a:gd name="connsiteY209" fmla="*/ 2013066 h 2344739"/>
              <a:gd name="connsiteX210" fmla="*/ 1496110 w 12192001"/>
              <a:gd name="connsiteY210" fmla="*/ 1987476 h 2344739"/>
              <a:gd name="connsiteX211" fmla="*/ 1149979 w 12192001"/>
              <a:gd name="connsiteY211" fmla="*/ 1938041 h 2344739"/>
              <a:gd name="connsiteX212" fmla="*/ 858269 w 12192001"/>
              <a:gd name="connsiteY212" fmla="*/ 1928608 h 2344739"/>
              <a:gd name="connsiteX213" fmla="*/ 837540 w 12192001"/>
              <a:gd name="connsiteY213" fmla="*/ 1929821 h 2344739"/>
              <a:gd name="connsiteX214" fmla="*/ 816809 w 12192001"/>
              <a:gd name="connsiteY214" fmla="*/ 1927857 h 2344739"/>
              <a:gd name="connsiteX215" fmla="*/ 811506 w 12192001"/>
              <a:gd name="connsiteY215" fmla="*/ 1930751 h 2344739"/>
              <a:gd name="connsiteX216" fmla="*/ 797041 w 12192001"/>
              <a:gd name="connsiteY216" fmla="*/ 1930446 h 2344739"/>
              <a:gd name="connsiteX217" fmla="*/ 767901 w 12192001"/>
              <a:gd name="connsiteY217" fmla="*/ 1932653 h 2344739"/>
              <a:gd name="connsiteX218" fmla="*/ 763053 w 12192001"/>
              <a:gd name="connsiteY218" fmla="*/ 1930432 h 2344739"/>
              <a:gd name="connsiteX219" fmla="*/ 720047 w 12192001"/>
              <a:gd name="connsiteY219" fmla="*/ 1929661 h 2344739"/>
              <a:gd name="connsiteX220" fmla="*/ 719742 w 12192001"/>
              <a:gd name="connsiteY220" fmla="*/ 1928399 h 2344739"/>
              <a:gd name="connsiteX221" fmla="*/ 708875 w 12192001"/>
              <a:gd name="connsiteY221" fmla="*/ 1922722 h 2344739"/>
              <a:gd name="connsiteX222" fmla="*/ 596792 w 12192001"/>
              <a:gd name="connsiteY222" fmla="*/ 1879864 h 2344739"/>
              <a:gd name="connsiteX223" fmla="*/ 578535 w 12192001"/>
              <a:gd name="connsiteY223" fmla="*/ 1877212 h 2344739"/>
              <a:gd name="connsiteX224" fmla="*/ 571717 w 12192001"/>
              <a:gd name="connsiteY224" fmla="*/ 1877401 h 2344739"/>
              <a:gd name="connsiteX225" fmla="*/ 445099 w 12192001"/>
              <a:gd name="connsiteY225" fmla="*/ 1839371 h 2344739"/>
              <a:gd name="connsiteX226" fmla="*/ 404015 w 12192001"/>
              <a:gd name="connsiteY226" fmla="*/ 1833548 h 2344739"/>
              <a:gd name="connsiteX227" fmla="*/ 292435 w 12192001"/>
              <a:gd name="connsiteY227" fmla="*/ 1812852 h 2344739"/>
              <a:gd name="connsiteX228" fmla="*/ 118381 w 12192001"/>
              <a:gd name="connsiteY228" fmla="*/ 1761047 h 2344739"/>
              <a:gd name="connsiteX229" fmla="*/ 15526 w 12192001"/>
              <a:gd name="connsiteY229" fmla="*/ 1758191 h 2344739"/>
              <a:gd name="connsiteX230" fmla="*/ 2 w 12192001"/>
              <a:gd name="connsiteY230" fmla="*/ 1752722 h 2344739"/>
              <a:gd name="connsiteX231" fmla="*/ 1 w 12192001"/>
              <a:gd name="connsiteY231" fmla="*/ 762497 h 2344739"/>
              <a:gd name="connsiteX232" fmla="*/ 0 w 12192001"/>
              <a:gd name="connsiteY232" fmla="*/ 762497 h 2344739"/>
              <a:gd name="connsiteX233" fmla="*/ 0 w 12192001"/>
              <a:gd name="connsiteY233" fmla="*/ 222213 h 2344739"/>
              <a:gd name="connsiteX234" fmla="*/ 0 w 12192001"/>
              <a:gd name="connsiteY234"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37318 w 12192001"/>
              <a:gd name="connsiteY70" fmla="*/ 1920435 h 2344739"/>
              <a:gd name="connsiteX71" fmla="*/ 9113812 w 12192001"/>
              <a:gd name="connsiteY71" fmla="*/ 1919069 h 2344739"/>
              <a:gd name="connsiteX72" fmla="*/ 9053453 w 12192001"/>
              <a:gd name="connsiteY72" fmla="*/ 1910755 h 2344739"/>
              <a:gd name="connsiteX73" fmla="*/ 9005486 w 12192001"/>
              <a:gd name="connsiteY73" fmla="*/ 1914040 h 2344739"/>
              <a:gd name="connsiteX74" fmla="*/ 9005201 w 12192001"/>
              <a:gd name="connsiteY74" fmla="*/ 1913800 h 2344739"/>
              <a:gd name="connsiteX75" fmla="*/ 8996232 w 12192001"/>
              <a:gd name="connsiteY75" fmla="*/ 1915011 h 2344739"/>
              <a:gd name="connsiteX76" fmla="*/ 8990394 w 12192001"/>
              <a:gd name="connsiteY76" fmla="*/ 1917072 h 2344739"/>
              <a:gd name="connsiteX77" fmla="*/ 8974337 w 12192001"/>
              <a:gd name="connsiteY77" fmla="*/ 1920298 h 2344739"/>
              <a:gd name="connsiteX78" fmla="*/ 8968011 w 12192001"/>
              <a:gd name="connsiteY78" fmla="*/ 1919598 h 2344739"/>
              <a:gd name="connsiteX79" fmla="*/ 8963048 w 12192001"/>
              <a:gd name="connsiteY79" fmla="*/ 1917373 h 2344739"/>
              <a:gd name="connsiteX80" fmla="*/ 8928988 w 12192001"/>
              <a:gd name="connsiteY80" fmla="*/ 1914185 h 2344739"/>
              <a:gd name="connsiteX81" fmla="*/ 8752444 w 12192001"/>
              <a:gd name="connsiteY81" fmla="*/ 1933417 h 2344739"/>
              <a:gd name="connsiteX82" fmla="*/ 8707847 w 12192001"/>
              <a:gd name="connsiteY82" fmla="*/ 1935518 h 2344739"/>
              <a:gd name="connsiteX83" fmla="*/ 8596071 w 12192001"/>
              <a:gd name="connsiteY83" fmla="*/ 1944090 h 2344739"/>
              <a:gd name="connsiteX84" fmla="*/ 8525230 w 12192001"/>
              <a:gd name="connsiteY84" fmla="*/ 1929248 h 2344739"/>
              <a:gd name="connsiteX85" fmla="*/ 8510983 w 12192001"/>
              <a:gd name="connsiteY85" fmla="*/ 1935163 h 2344739"/>
              <a:gd name="connsiteX86" fmla="*/ 8506167 w 12192001"/>
              <a:gd name="connsiteY86" fmla="*/ 1938164 h 2344739"/>
              <a:gd name="connsiteX87" fmla="*/ 8497968 w 12192001"/>
              <a:gd name="connsiteY87" fmla="*/ 1940902 h 2344739"/>
              <a:gd name="connsiteX88" fmla="*/ 8497594 w 12192001"/>
              <a:gd name="connsiteY88" fmla="*/ 1940723 h 2344739"/>
              <a:gd name="connsiteX89" fmla="*/ 8490249 w 12192001"/>
              <a:gd name="connsiteY89" fmla="*/ 1943773 h 2344739"/>
              <a:gd name="connsiteX90" fmla="*/ 8367182 w 12192001"/>
              <a:gd name="connsiteY90" fmla="*/ 1957815 h 2344739"/>
              <a:gd name="connsiteX91" fmla="*/ 8353799 w 12192001"/>
              <a:gd name="connsiteY91" fmla="*/ 1958009 h 2344739"/>
              <a:gd name="connsiteX92" fmla="*/ 8352373 w 12192001"/>
              <a:gd name="connsiteY92" fmla="*/ 1957169 h 2344739"/>
              <a:gd name="connsiteX93" fmla="*/ 8320104 w 12192001"/>
              <a:gd name="connsiteY93" fmla="*/ 1974587 h 2344739"/>
              <a:gd name="connsiteX94" fmla="*/ 8314433 w 12192001"/>
              <a:gd name="connsiteY94" fmla="*/ 1974913 h 2344739"/>
              <a:gd name="connsiteX95" fmla="*/ 8295174 w 12192001"/>
              <a:gd name="connsiteY95" fmla="*/ 1988808 h 2344739"/>
              <a:gd name="connsiteX96" fmla="*/ 8284276 w 12192001"/>
              <a:gd name="connsiteY96" fmla="*/ 1994631 h 2344739"/>
              <a:gd name="connsiteX97" fmla="*/ 8283150 w 12192001"/>
              <a:gd name="connsiteY97" fmla="*/ 1999074 h 2344739"/>
              <a:gd name="connsiteX98" fmla="*/ 8266076 w 12192001"/>
              <a:gd name="connsiteY98" fmla="*/ 2006249 h 2344739"/>
              <a:gd name="connsiteX99" fmla="*/ 8263377 w 12192001"/>
              <a:gd name="connsiteY99" fmla="*/ 2006019 h 2344739"/>
              <a:gd name="connsiteX100" fmla="*/ 8252033 w 12192001"/>
              <a:gd name="connsiteY100" fmla="*/ 2015862 h 2344739"/>
              <a:gd name="connsiteX101" fmla="*/ 8245834 w 12192001"/>
              <a:gd name="connsiteY101" fmla="*/ 2028854 h 2344739"/>
              <a:gd name="connsiteX102" fmla="*/ 8090272 w 12192001"/>
              <a:gd name="connsiteY102" fmla="*/ 2075015 h 2344739"/>
              <a:gd name="connsiteX103" fmla="*/ 7905407 w 12192001"/>
              <a:gd name="connsiteY103" fmla="*/ 2116988 h 2344739"/>
              <a:gd name="connsiteX104" fmla="*/ 7718745 w 12192001"/>
              <a:gd name="connsiteY104" fmla="*/ 2142703 h 2344739"/>
              <a:gd name="connsiteX105" fmla="*/ 7614347 w 12192001"/>
              <a:gd name="connsiteY105" fmla="*/ 2139232 h 2344739"/>
              <a:gd name="connsiteX106" fmla="*/ 7527543 w 12192001"/>
              <a:gd name="connsiteY106" fmla="*/ 2145060 h 2344739"/>
              <a:gd name="connsiteX107" fmla="*/ 7519571 w 12192001"/>
              <a:gd name="connsiteY107" fmla="*/ 2147613 h 2344739"/>
              <a:gd name="connsiteX108" fmla="*/ 7507411 w 12192001"/>
              <a:gd name="connsiteY108" fmla="*/ 2148948 h 2344739"/>
              <a:gd name="connsiteX109" fmla="*/ 7507040 w 12192001"/>
              <a:gd name="connsiteY109" fmla="*/ 2148621 h 2344739"/>
              <a:gd name="connsiteX110" fmla="*/ 7495795 w 12192001"/>
              <a:gd name="connsiteY110" fmla="*/ 2150573 h 2344739"/>
              <a:gd name="connsiteX111" fmla="*/ 7405391 w 12192001"/>
              <a:gd name="connsiteY111" fmla="*/ 2142468 h 2344739"/>
              <a:gd name="connsiteX112" fmla="*/ 7312180 w 12192001"/>
              <a:gd name="connsiteY112" fmla="*/ 2132873 h 2344739"/>
              <a:gd name="connsiteX113" fmla="*/ 7310853 w 12192001"/>
              <a:gd name="connsiteY113" fmla="*/ 2131431 h 2344739"/>
              <a:gd name="connsiteX114" fmla="*/ 7218559 w 12192001"/>
              <a:gd name="connsiteY114" fmla="*/ 2156680 h 2344739"/>
              <a:gd name="connsiteX115" fmla="*/ 7201101 w 12192001"/>
              <a:gd name="connsiteY115" fmla="*/ 2161230 h 2344739"/>
              <a:gd name="connsiteX116" fmla="*/ 7197004 w 12192001"/>
              <a:gd name="connsiteY116" fmla="*/ 2166588 h 2344739"/>
              <a:gd name="connsiteX117" fmla="*/ 7170808 w 12192001"/>
              <a:gd name="connsiteY117" fmla="*/ 2171236 h 2344739"/>
              <a:gd name="connsiteX118" fmla="*/ 7096988 w 12192001"/>
              <a:gd name="connsiteY118" fmla="*/ 2183464 h 2344739"/>
              <a:gd name="connsiteX119" fmla="*/ 7018496 w 12192001"/>
              <a:gd name="connsiteY119" fmla="*/ 2183090 h 2344739"/>
              <a:gd name="connsiteX120" fmla="*/ 6904146 w 12192001"/>
              <a:gd name="connsiteY120" fmla="*/ 2212596 h 2344739"/>
              <a:gd name="connsiteX121" fmla="*/ 6708222 w 12192001"/>
              <a:gd name="connsiteY121" fmla="*/ 2240551 h 2344739"/>
              <a:gd name="connsiteX122" fmla="*/ 6549454 w 12192001"/>
              <a:gd name="connsiteY122" fmla="*/ 2269327 h 2344739"/>
              <a:gd name="connsiteX123" fmla="*/ 6317560 w 12192001"/>
              <a:gd name="connsiteY123" fmla="*/ 2316127 h 2344739"/>
              <a:gd name="connsiteX124" fmla="*/ 6168674 w 12192001"/>
              <a:gd name="connsiteY124" fmla="*/ 2318214 h 2344739"/>
              <a:gd name="connsiteX125" fmla="*/ 6073848 w 12192001"/>
              <a:gd name="connsiteY125" fmla="*/ 2338676 h 2344739"/>
              <a:gd name="connsiteX126" fmla="*/ 6068529 w 12192001"/>
              <a:gd name="connsiteY126" fmla="*/ 2337139 h 2344739"/>
              <a:gd name="connsiteX127" fmla="*/ 6048638 w 12192001"/>
              <a:gd name="connsiteY127" fmla="*/ 2337822 h 2344739"/>
              <a:gd name="connsiteX128" fmla="*/ 6041285 w 12192001"/>
              <a:gd name="connsiteY128" fmla="*/ 2329473 h 2344739"/>
              <a:gd name="connsiteX129" fmla="*/ 6010090 w 12192001"/>
              <a:gd name="connsiteY129" fmla="*/ 2324380 h 2344739"/>
              <a:gd name="connsiteX130" fmla="*/ 5957375 w 12192001"/>
              <a:gd name="connsiteY130" fmla="*/ 2328024 h 2344739"/>
              <a:gd name="connsiteX131" fmla="*/ 5758919 w 12192001"/>
              <a:gd name="connsiteY131" fmla="*/ 2343716 h 2344739"/>
              <a:gd name="connsiteX132" fmla="*/ 5626960 w 12192001"/>
              <a:gd name="connsiteY132" fmla="*/ 2344739 h 2344739"/>
              <a:gd name="connsiteX133" fmla="*/ 5470906 w 12192001"/>
              <a:gd name="connsiteY133" fmla="*/ 2330719 h 2344739"/>
              <a:gd name="connsiteX134" fmla="*/ 5432761 w 12192001"/>
              <a:gd name="connsiteY134" fmla="*/ 2319466 h 2344739"/>
              <a:gd name="connsiteX135" fmla="*/ 5381669 w 12192001"/>
              <a:gd name="connsiteY135" fmla="*/ 2301764 h 2344739"/>
              <a:gd name="connsiteX136" fmla="*/ 5261764 w 12192001"/>
              <a:gd name="connsiteY136" fmla="*/ 2281347 h 2344739"/>
              <a:gd name="connsiteX137" fmla="*/ 5222961 w 12192001"/>
              <a:gd name="connsiteY137" fmla="*/ 2270223 h 2344739"/>
              <a:gd name="connsiteX138" fmla="*/ 5174660 w 12192001"/>
              <a:gd name="connsiteY138" fmla="*/ 2267233 h 2344739"/>
              <a:gd name="connsiteX139" fmla="*/ 5156554 w 12192001"/>
              <a:gd name="connsiteY139" fmla="*/ 2260010 h 2344739"/>
              <a:gd name="connsiteX140" fmla="*/ 5142599 w 12192001"/>
              <a:gd name="connsiteY140" fmla="*/ 2256610 h 2344739"/>
              <a:gd name="connsiteX141" fmla="*/ 5139596 w 12192001"/>
              <a:gd name="connsiteY141" fmla="*/ 2254509 h 2344739"/>
              <a:gd name="connsiteX142" fmla="*/ 5121659 w 12192001"/>
              <a:gd name="connsiteY142" fmla="*/ 2243656 h 2344739"/>
              <a:gd name="connsiteX143" fmla="*/ 5065790 w 12192001"/>
              <a:gd name="connsiteY143" fmla="*/ 2250227 h 2344739"/>
              <a:gd name="connsiteX144" fmla="*/ 5011514 w 12192001"/>
              <a:gd name="connsiteY144" fmla="*/ 2233846 h 2344739"/>
              <a:gd name="connsiteX145" fmla="*/ 4840441 w 12192001"/>
              <a:gd name="connsiteY145" fmla="*/ 2209829 h 2344739"/>
              <a:gd name="connsiteX146" fmla="*/ 4762447 w 12192001"/>
              <a:gd name="connsiteY146" fmla="*/ 2182061 h 2344739"/>
              <a:gd name="connsiteX147" fmla="*/ 4723186 w 12192001"/>
              <a:gd name="connsiteY147" fmla="*/ 2173047 h 2344739"/>
              <a:gd name="connsiteX148" fmla="*/ 4721176 w 12192001"/>
              <a:gd name="connsiteY148" fmla="*/ 2172298 h 2344739"/>
              <a:gd name="connsiteX149" fmla="*/ 4722111 w 12192001"/>
              <a:gd name="connsiteY149" fmla="*/ 2172087 h 2344739"/>
              <a:gd name="connsiteX150" fmla="*/ 4717202 w 12192001"/>
              <a:gd name="connsiteY150" fmla="*/ 2170817 h 2344739"/>
              <a:gd name="connsiteX151" fmla="*/ 4721176 w 12192001"/>
              <a:gd name="connsiteY151" fmla="*/ 2172298 h 2344739"/>
              <a:gd name="connsiteX152" fmla="*/ 4715526 w 12192001"/>
              <a:gd name="connsiteY152" fmla="*/ 2173573 h 2344739"/>
              <a:gd name="connsiteX153" fmla="*/ 4515814 w 12192001"/>
              <a:gd name="connsiteY153" fmla="*/ 2163671 h 2344739"/>
              <a:gd name="connsiteX154" fmla="*/ 4428543 w 12192001"/>
              <a:gd name="connsiteY154" fmla="*/ 2153020 h 2344739"/>
              <a:gd name="connsiteX155" fmla="*/ 4362875 w 12192001"/>
              <a:gd name="connsiteY155" fmla="*/ 2151674 h 2344739"/>
              <a:gd name="connsiteX156" fmla="*/ 4316966 w 12192001"/>
              <a:gd name="connsiteY156" fmla="*/ 2158289 h 2344739"/>
              <a:gd name="connsiteX157" fmla="*/ 4315110 w 12192001"/>
              <a:gd name="connsiteY157" fmla="*/ 2156948 h 2344739"/>
              <a:gd name="connsiteX158" fmla="*/ 4295144 w 12192001"/>
              <a:gd name="connsiteY158" fmla="*/ 2155069 h 2344739"/>
              <a:gd name="connsiteX159" fmla="*/ 4290064 w 12192001"/>
              <a:gd name="connsiteY159" fmla="*/ 2157986 h 2344739"/>
              <a:gd name="connsiteX160" fmla="*/ 4276142 w 12192001"/>
              <a:gd name="connsiteY160" fmla="*/ 2157740 h 2344739"/>
              <a:gd name="connsiteX161" fmla="*/ 4248117 w 12192001"/>
              <a:gd name="connsiteY161" fmla="*/ 2160064 h 2344739"/>
              <a:gd name="connsiteX162" fmla="*/ 4202051 w 12192001"/>
              <a:gd name="connsiteY162" fmla="*/ 2157269 h 2344739"/>
              <a:gd name="connsiteX163" fmla="*/ 4201745 w 12192001"/>
              <a:gd name="connsiteY163" fmla="*/ 2156010 h 2344739"/>
              <a:gd name="connsiteX164" fmla="*/ 4191248 w 12192001"/>
              <a:gd name="connsiteY164" fmla="*/ 2150376 h 2344739"/>
              <a:gd name="connsiteX165" fmla="*/ 4142745 w 12192001"/>
              <a:gd name="connsiteY165" fmla="*/ 2134511 h 2344739"/>
              <a:gd name="connsiteX166" fmla="*/ 4083097 w 12192001"/>
              <a:gd name="connsiteY166" fmla="*/ 2107978 h 2344739"/>
              <a:gd name="connsiteX167" fmla="*/ 4074546 w 12192001"/>
              <a:gd name="connsiteY167" fmla="*/ 2107143 h 2344739"/>
              <a:gd name="connsiteX168" fmla="*/ 4074427 w 12192001"/>
              <a:gd name="connsiteY168" fmla="*/ 2106844 h 2344739"/>
              <a:gd name="connsiteX169" fmla="*/ 4065510 w 12192001"/>
              <a:gd name="connsiteY169" fmla="*/ 2105400 h 2344739"/>
              <a:gd name="connsiteX170" fmla="*/ 4058954 w 12192001"/>
              <a:gd name="connsiteY170" fmla="*/ 2105618 h 2344739"/>
              <a:gd name="connsiteX171" fmla="*/ 4042364 w 12192001"/>
              <a:gd name="connsiteY171" fmla="*/ 2103997 h 2344739"/>
              <a:gd name="connsiteX172" fmla="*/ 4036997 w 12192001"/>
              <a:gd name="connsiteY172" fmla="*/ 2101563 h 2344739"/>
              <a:gd name="connsiteX173" fmla="*/ 4035363 w 12192001"/>
              <a:gd name="connsiteY173" fmla="*/ 2097896 h 2344739"/>
              <a:gd name="connsiteX174" fmla="*/ 4033778 w 12192001"/>
              <a:gd name="connsiteY174" fmla="*/ 2098131 h 2344739"/>
              <a:gd name="connsiteX175" fmla="*/ 4004538 w 12192001"/>
              <a:gd name="connsiteY175" fmla="*/ 2085563 h 2344739"/>
              <a:gd name="connsiteX176" fmla="*/ 3936846 w 12192001"/>
              <a:gd name="connsiteY176" fmla="*/ 2068106 h 2344739"/>
              <a:gd name="connsiteX177" fmla="*/ 3897275 w 12192001"/>
              <a:gd name="connsiteY177" fmla="*/ 2062451 h 2344739"/>
              <a:gd name="connsiteX178" fmla="*/ 3789760 w 12192001"/>
              <a:gd name="connsiteY178" fmla="*/ 2042213 h 2344739"/>
              <a:gd name="connsiteX179" fmla="*/ 3682513 w 12192001"/>
              <a:gd name="connsiteY179" fmla="*/ 2018290 h 2344739"/>
              <a:gd name="connsiteX180" fmla="*/ 3610035 w 12192001"/>
              <a:gd name="connsiteY180" fmla="*/ 1986019 h 2344739"/>
              <a:gd name="connsiteX181" fmla="*/ 3603855 w 12192001"/>
              <a:gd name="connsiteY181" fmla="*/ 1987381 h 2344739"/>
              <a:gd name="connsiteX182" fmla="*/ 3594736 w 12192001"/>
              <a:gd name="connsiteY182" fmla="*/ 1987545 h 2344739"/>
              <a:gd name="connsiteX183" fmla="*/ 3594501 w 12192001"/>
              <a:gd name="connsiteY183" fmla="*/ 1987276 h 2344739"/>
              <a:gd name="connsiteX184" fmla="*/ 3585978 w 12192001"/>
              <a:gd name="connsiteY184" fmla="*/ 1987966 h 2344739"/>
              <a:gd name="connsiteX185" fmla="*/ 3536135 w 12192001"/>
              <a:gd name="connsiteY185" fmla="*/ 1978267 h 2344739"/>
              <a:gd name="connsiteX186" fmla="*/ 3473223 w 12192001"/>
              <a:gd name="connsiteY186" fmla="*/ 1974606 h 2344739"/>
              <a:gd name="connsiteX187" fmla="*/ 3400728 w 12192001"/>
              <a:gd name="connsiteY187" fmla="*/ 1962558 h 2344739"/>
              <a:gd name="connsiteX188" fmla="*/ 3363888 w 12192001"/>
              <a:gd name="connsiteY188" fmla="*/ 1979510 h 2344739"/>
              <a:gd name="connsiteX189" fmla="*/ 3344026 w 12192001"/>
              <a:gd name="connsiteY189" fmla="*/ 1981192 h 2344739"/>
              <a:gd name="connsiteX190" fmla="*/ 3341698 w 12192001"/>
              <a:gd name="connsiteY190" fmla="*/ 1980217 h 2344739"/>
              <a:gd name="connsiteX191" fmla="*/ 3262356 w 12192001"/>
              <a:gd name="connsiteY191" fmla="*/ 1986094 h 2344739"/>
              <a:gd name="connsiteX192" fmla="*/ 3142556 w 12192001"/>
              <a:gd name="connsiteY192" fmla="*/ 1993869 h 2344739"/>
              <a:gd name="connsiteX193" fmla="*/ 3030291 w 12192001"/>
              <a:gd name="connsiteY193" fmla="*/ 1996512 h 2344739"/>
              <a:gd name="connsiteX194" fmla="*/ 2781569 w 12192001"/>
              <a:gd name="connsiteY194" fmla="*/ 2018333 h 2344739"/>
              <a:gd name="connsiteX195" fmla="*/ 2646527 w 12192001"/>
              <a:gd name="connsiteY195" fmla="*/ 2028869 h 2344739"/>
              <a:gd name="connsiteX196" fmla="*/ 2568028 w 12192001"/>
              <a:gd name="connsiteY196" fmla="*/ 2002628 h 2344739"/>
              <a:gd name="connsiteX197" fmla="*/ 2443255 w 12192001"/>
              <a:gd name="connsiteY197" fmla="*/ 2016529 h 2344739"/>
              <a:gd name="connsiteX198" fmla="*/ 2315112 w 12192001"/>
              <a:gd name="connsiteY198" fmla="*/ 2024996 h 2344739"/>
              <a:gd name="connsiteX199" fmla="*/ 2208578 w 12192001"/>
              <a:gd name="connsiteY199" fmla="*/ 2019763 h 2344739"/>
              <a:gd name="connsiteX200" fmla="*/ 2094665 w 12192001"/>
              <a:gd name="connsiteY200" fmla="*/ 2003052 h 2344739"/>
              <a:gd name="connsiteX201" fmla="*/ 1997356 w 12192001"/>
              <a:gd name="connsiteY201" fmla="*/ 1995032 h 2344739"/>
              <a:gd name="connsiteX202" fmla="*/ 1928172 w 12192001"/>
              <a:gd name="connsiteY202" fmla="*/ 2016977 h 2344739"/>
              <a:gd name="connsiteX203" fmla="*/ 1921650 w 12192001"/>
              <a:gd name="connsiteY203" fmla="*/ 2012146 h 2344739"/>
              <a:gd name="connsiteX204" fmla="*/ 1873080 w 12192001"/>
              <a:gd name="connsiteY204" fmla="*/ 2013741 h 2344739"/>
              <a:gd name="connsiteX205" fmla="*/ 1786655 w 12192001"/>
              <a:gd name="connsiteY205" fmla="*/ 2041363 h 2344739"/>
              <a:gd name="connsiteX206" fmla="*/ 1738204 w 12192001"/>
              <a:gd name="connsiteY206" fmla="*/ 2036312 h 2344739"/>
              <a:gd name="connsiteX207" fmla="*/ 1675071 w 12192001"/>
              <a:gd name="connsiteY207" fmla="*/ 2019963 h 2344739"/>
              <a:gd name="connsiteX208" fmla="*/ 1608669 w 12192001"/>
              <a:gd name="connsiteY208" fmla="*/ 2013066 h 2344739"/>
              <a:gd name="connsiteX209" fmla="*/ 1496110 w 12192001"/>
              <a:gd name="connsiteY209" fmla="*/ 1987476 h 2344739"/>
              <a:gd name="connsiteX210" fmla="*/ 1149979 w 12192001"/>
              <a:gd name="connsiteY210" fmla="*/ 1938041 h 2344739"/>
              <a:gd name="connsiteX211" fmla="*/ 858269 w 12192001"/>
              <a:gd name="connsiteY211" fmla="*/ 1928608 h 2344739"/>
              <a:gd name="connsiteX212" fmla="*/ 837540 w 12192001"/>
              <a:gd name="connsiteY212" fmla="*/ 1929821 h 2344739"/>
              <a:gd name="connsiteX213" fmla="*/ 816809 w 12192001"/>
              <a:gd name="connsiteY213" fmla="*/ 1927857 h 2344739"/>
              <a:gd name="connsiteX214" fmla="*/ 811506 w 12192001"/>
              <a:gd name="connsiteY214" fmla="*/ 1930751 h 2344739"/>
              <a:gd name="connsiteX215" fmla="*/ 797041 w 12192001"/>
              <a:gd name="connsiteY215" fmla="*/ 1930446 h 2344739"/>
              <a:gd name="connsiteX216" fmla="*/ 767901 w 12192001"/>
              <a:gd name="connsiteY216" fmla="*/ 1932653 h 2344739"/>
              <a:gd name="connsiteX217" fmla="*/ 763053 w 12192001"/>
              <a:gd name="connsiteY217" fmla="*/ 1930432 h 2344739"/>
              <a:gd name="connsiteX218" fmla="*/ 720047 w 12192001"/>
              <a:gd name="connsiteY218" fmla="*/ 1929661 h 2344739"/>
              <a:gd name="connsiteX219" fmla="*/ 719742 w 12192001"/>
              <a:gd name="connsiteY219" fmla="*/ 1928399 h 2344739"/>
              <a:gd name="connsiteX220" fmla="*/ 708875 w 12192001"/>
              <a:gd name="connsiteY220" fmla="*/ 1922722 h 2344739"/>
              <a:gd name="connsiteX221" fmla="*/ 596792 w 12192001"/>
              <a:gd name="connsiteY221" fmla="*/ 1879864 h 2344739"/>
              <a:gd name="connsiteX222" fmla="*/ 578535 w 12192001"/>
              <a:gd name="connsiteY222" fmla="*/ 1877212 h 2344739"/>
              <a:gd name="connsiteX223" fmla="*/ 571717 w 12192001"/>
              <a:gd name="connsiteY223" fmla="*/ 1877401 h 2344739"/>
              <a:gd name="connsiteX224" fmla="*/ 445099 w 12192001"/>
              <a:gd name="connsiteY224" fmla="*/ 1839371 h 2344739"/>
              <a:gd name="connsiteX225" fmla="*/ 404015 w 12192001"/>
              <a:gd name="connsiteY225" fmla="*/ 1833548 h 2344739"/>
              <a:gd name="connsiteX226" fmla="*/ 292435 w 12192001"/>
              <a:gd name="connsiteY226" fmla="*/ 1812852 h 2344739"/>
              <a:gd name="connsiteX227" fmla="*/ 118381 w 12192001"/>
              <a:gd name="connsiteY227" fmla="*/ 1761047 h 2344739"/>
              <a:gd name="connsiteX228" fmla="*/ 15526 w 12192001"/>
              <a:gd name="connsiteY228" fmla="*/ 1758191 h 2344739"/>
              <a:gd name="connsiteX229" fmla="*/ 2 w 12192001"/>
              <a:gd name="connsiteY229" fmla="*/ 1752722 h 2344739"/>
              <a:gd name="connsiteX230" fmla="*/ 1 w 12192001"/>
              <a:gd name="connsiteY230" fmla="*/ 762497 h 2344739"/>
              <a:gd name="connsiteX231" fmla="*/ 0 w 12192001"/>
              <a:gd name="connsiteY231" fmla="*/ 762497 h 2344739"/>
              <a:gd name="connsiteX232" fmla="*/ 0 w 12192001"/>
              <a:gd name="connsiteY232" fmla="*/ 222213 h 2344739"/>
              <a:gd name="connsiteX233" fmla="*/ 0 w 12192001"/>
              <a:gd name="connsiteY233"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51232 w 12192001"/>
              <a:gd name="connsiteY69" fmla="*/ 1923669 h 2344739"/>
              <a:gd name="connsiteX70" fmla="*/ 9113812 w 12192001"/>
              <a:gd name="connsiteY70" fmla="*/ 1919069 h 2344739"/>
              <a:gd name="connsiteX71" fmla="*/ 9053453 w 12192001"/>
              <a:gd name="connsiteY71" fmla="*/ 1910755 h 2344739"/>
              <a:gd name="connsiteX72" fmla="*/ 9005486 w 12192001"/>
              <a:gd name="connsiteY72" fmla="*/ 1914040 h 2344739"/>
              <a:gd name="connsiteX73" fmla="*/ 9005201 w 12192001"/>
              <a:gd name="connsiteY73" fmla="*/ 1913800 h 2344739"/>
              <a:gd name="connsiteX74" fmla="*/ 8996232 w 12192001"/>
              <a:gd name="connsiteY74" fmla="*/ 1915011 h 2344739"/>
              <a:gd name="connsiteX75" fmla="*/ 8990394 w 12192001"/>
              <a:gd name="connsiteY75" fmla="*/ 1917072 h 2344739"/>
              <a:gd name="connsiteX76" fmla="*/ 8974337 w 12192001"/>
              <a:gd name="connsiteY76" fmla="*/ 1920298 h 2344739"/>
              <a:gd name="connsiteX77" fmla="*/ 8968011 w 12192001"/>
              <a:gd name="connsiteY77" fmla="*/ 1919598 h 2344739"/>
              <a:gd name="connsiteX78" fmla="*/ 8963048 w 12192001"/>
              <a:gd name="connsiteY78" fmla="*/ 1917373 h 2344739"/>
              <a:gd name="connsiteX79" fmla="*/ 8928988 w 12192001"/>
              <a:gd name="connsiteY79" fmla="*/ 1914185 h 2344739"/>
              <a:gd name="connsiteX80" fmla="*/ 8752444 w 12192001"/>
              <a:gd name="connsiteY80" fmla="*/ 1933417 h 2344739"/>
              <a:gd name="connsiteX81" fmla="*/ 8707847 w 12192001"/>
              <a:gd name="connsiteY81" fmla="*/ 1935518 h 2344739"/>
              <a:gd name="connsiteX82" fmla="*/ 8596071 w 12192001"/>
              <a:gd name="connsiteY82" fmla="*/ 1944090 h 2344739"/>
              <a:gd name="connsiteX83" fmla="*/ 8525230 w 12192001"/>
              <a:gd name="connsiteY83" fmla="*/ 1929248 h 2344739"/>
              <a:gd name="connsiteX84" fmla="*/ 8510983 w 12192001"/>
              <a:gd name="connsiteY84" fmla="*/ 1935163 h 2344739"/>
              <a:gd name="connsiteX85" fmla="*/ 8506167 w 12192001"/>
              <a:gd name="connsiteY85" fmla="*/ 1938164 h 2344739"/>
              <a:gd name="connsiteX86" fmla="*/ 8497968 w 12192001"/>
              <a:gd name="connsiteY86" fmla="*/ 1940902 h 2344739"/>
              <a:gd name="connsiteX87" fmla="*/ 8497594 w 12192001"/>
              <a:gd name="connsiteY87" fmla="*/ 1940723 h 2344739"/>
              <a:gd name="connsiteX88" fmla="*/ 8490249 w 12192001"/>
              <a:gd name="connsiteY88" fmla="*/ 1943773 h 2344739"/>
              <a:gd name="connsiteX89" fmla="*/ 8367182 w 12192001"/>
              <a:gd name="connsiteY89" fmla="*/ 1957815 h 2344739"/>
              <a:gd name="connsiteX90" fmla="*/ 8353799 w 12192001"/>
              <a:gd name="connsiteY90" fmla="*/ 1958009 h 2344739"/>
              <a:gd name="connsiteX91" fmla="*/ 8352373 w 12192001"/>
              <a:gd name="connsiteY91" fmla="*/ 1957169 h 2344739"/>
              <a:gd name="connsiteX92" fmla="*/ 8320104 w 12192001"/>
              <a:gd name="connsiteY92" fmla="*/ 1974587 h 2344739"/>
              <a:gd name="connsiteX93" fmla="*/ 8314433 w 12192001"/>
              <a:gd name="connsiteY93" fmla="*/ 1974913 h 2344739"/>
              <a:gd name="connsiteX94" fmla="*/ 8295174 w 12192001"/>
              <a:gd name="connsiteY94" fmla="*/ 1988808 h 2344739"/>
              <a:gd name="connsiteX95" fmla="*/ 8284276 w 12192001"/>
              <a:gd name="connsiteY95" fmla="*/ 1994631 h 2344739"/>
              <a:gd name="connsiteX96" fmla="*/ 8283150 w 12192001"/>
              <a:gd name="connsiteY96" fmla="*/ 1999074 h 2344739"/>
              <a:gd name="connsiteX97" fmla="*/ 8266076 w 12192001"/>
              <a:gd name="connsiteY97" fmla="*/ 2006249 h 2344739"/>
              <a:gd name="connsiteX98" fmla="*/ 8263377 w 12192001"/>
              <a:gd name="connsiteY98" fmla="*/ 2006019 h 2344739"/>
              <a:gd name="connsiteX99" fmla="*/ 8252033 w 12192001"/>
              <a:gd name="connsiteY99" fmla="*/ 2015862 h 2344739"/>
              <a:gd name="connsiteX100" fmla="*/ 8245834 w 12192001"/>
              <a:gd name="connsiteY100" fmla="*/ 2028854 h 2344739"/>
              <a:gd name="connsiteX101" fmla="*/ 8090272 w 12192001"/>
              <a:gd name="connsiteY101" fmla="*/ 2075015 h 2344739"/>
              <a:gd name="connsiteX102" fmla="*/ 7905407 w 12192001"/>
              <a:gd name="connsiteY102" fmla="*/ 2116988 h 2344739"/>
              <a:gd name="connsiteX103" fmla="*/ 7718745 w 12192001"/>
              <a:gd name="connsiteY103" fmla="*/ 2142703 h 2344739"/>
              <a:gd name="connsiteX104" fmla="*/ 7614347 w 12192001"/>
              <a:gd name="connsiteY104" fmla="*/ 2139232 h 2344739"/>
              <a:gd name="connsiteX105" fmla="*/ 7527543 w 12192001"/>
              <a:gd name="connsiteY105" fmla="*/ 2145060 h 2344739"/>
              <a:gd name="connsiteX106" fmla="*/ 7519571 w 12192001"/>
              <a:gd name="connsiteY106" fmla="*/ 2147613 h 2344739"/>
              <a:gd name="connsiteX107" fmla="*/ 7507411 w 12192001"/>
              <a:gd name="connsiteY107" fmla="*/ 2148948 h 2344739"/>
              <a:gd name="connsiteX108" fmla="*/ 7507040 w 12192001"/>
              <a:gd name="connsiteY108" fmla="*/ 2148621 h 2344739"/>
              <a:gd name="connsiteX109" fmla="*/ 7495795 w 12192001"/>
              <a:gd name="connsiteY109" fmla="*/ 2150573 h 2344739"/>
              <a:gd name="connsiteX110" fmla="*/ 7405391 w 12192001"/>
              <a:gd name="connsiteY110" fmla="*/ 2142468 h 2344739"/>
              <a:gd name="connsiteX111" fmla="*/ 7312180 w 12192001"/>
              <a:gd name="connsiteY111" fmla="*/ 2132873 h 2344739"/>
              <a:gd name="connsiteX112" fmla="*/ 7310853 w 12192001"/>
              <a:gd name="connsiteY112" fmla="*/ 2131431 h 2344739"/>
              <a:gd name="connsiteX113" fmla="*/ 7218559 w 12192001"/>
              <a:gd name="connsiteY113" fmla="*/ 2156680 h 2344739"/>
              <a:gd name="connsiteX114" fmla="*/ 7201101 w 12192001"/>
              <a:gd name="connsiteY114" fmla="*/ 2161230 h 2344739"/>
              <a:gd name="connsiteX115" fmla="*/ 7197004 w 12192001"/>
              <a:gd name="connsiteY115" fmla="*/ 2166588 h 2344739"/>
              <a:gd name="connsiteX116" fmla="*/ 7170808 w 12192001"/>
              <a:gd name="connsiteY116" fmla="*/ 2171236 h 2344739"/>
              <a:gd name="connsiteX117" fmla="*/ 7096988 w 12192001"/>
              <a:gd name="connsiteY117" fmla="*/ 2183464 h 2344739"/>
              <a:gd name="connsiteX118" fmla="*/ 7018496 w 12192001"/>
              <a:gd name="connsiteY118" fmla="*/ 2183090 h 2344739"/>
              <a:gd name="connsiteX119" fmla="*/ 6904146 w 12192001"/>
              <a:gd name="connsiteY119" fmla="*/ 2212596 h 2344739"/>
              <a:gd name="connsiteX120" fmla="*/ 6708222 w 12192001"/>
              <a:gd name="connsiteY120" fmla="*/ 2240551 h 2344739"/>
              <a:gd name="connsiteX121" fmla="*/ 6549454 w 12192001"/>
              <a:gd name="connsiteY121" fmla="*/ 2269327 h 2344739"/>
              <a:gd name="connsiteX122" fmla="*/ 6317560 w 12192001"/>
              <a:gd name="connsiteY122" fmla="*/ 2316127 h 2344739"/>
              <a:gd name="connsiteX123" fmla="*/ 6168674 w 12192001"/>
              <a:gd name="connsiteY123" fmla="*/ 2318214 h 2344739"/>
              <a:gd name="connsiteX124" fmla="*/ 6073848 w 12192001"/>
              <a:gd name="connsiteY124" fmla="*/ 2338676 h 2344739"/>
              <a:gd name="connsiteX125" fmla="*/ 6068529 w 12192001"/>
              <a:gd name="connsiteY125" fmla="*/ 2337139 h 2344739"/>
              <a:gd name="connsiteX126" fmla="*/ 6048638 w 12192001"/>
              <a:gd name="connsiteY126" fmla="*/ 2337822 h 2344739"/>
              <a:gd name="connsiteX127" fmla="*/ 6041285 w 12192001"/>
              <a:gd name="connsiteY127" fmla="*/ 2329473 h 2344739"/>
              <a:gd name="connsiteX128" fmla="*/ 6010090 w 12192001"/>
              <a:gd name="connsiteY128" fmla="*/ 2324380 h 2344739"/>
              <a:gd name="connsiteX129" fmla="*/ 5957375 w 12192001"/>
              <a:gd name="connsiteY129" fmla="*/ 2328024 h 2344739"/>
              <a:gd name="connsiteX130" fmla="*/ 5758919 w 12192001"/>
              <a:gd name="connsiteY130" fmla="*/ 2343716 h 2344739"/>
              <a:gd name="connsiteX131" fmla="*/ 5626960 w 12192001"/>
              <a:gd name="connsiteY131" fmla="*/ 2344739 h 2344739"/>
              <a:gd name="connsiteX132" fmla="*/ 5470906 w 12192001"/>
              <a:gd name="connsiteY132" fmla="*/ 2330719 h 2344739"/>
              <a:gd name="connsiteX133" fmla="*/ 5432761 w 12192001"/>
              <a:gd name="connsiteY133" fmla="*/ 2319466 h 2344739"/>
              <a:gd name="connsiteX134" fmla="*/ 5381669 w 12192001"/>
              <a:gd name="connsiteY134" fmla="*/ 2301764 h 2344739"/>
              <a:gd name="connsiteX135" fmla="*/ 5261764 w 12192001"/>
              <a:gd name="connsiteY135" fmla="*/ 2281347 h 2344739"/>
              <a:gd name="connsiteX136" fmla="*/ 5222961 w 12192001"/>
              <a:gd name="connsiteY136" fmla="*/ 2270223 h 2344739"/>
              <a:gd name="connsiteX137" fmla="*/ 5174660 w 12192001"/>
              <a:gd name="connsiteY137" fmla="*/ 2267233 h 2344739"/>
              <a:gd name="connsiteX138" fmla="*/ 5156554 w 12192001"/>
              <a:gd name="connsiteY138" fmla="*/ 2260010 h 2344739"/>
              <a:gd name="connsiteX139" fmla="*/ 5142599 w 12192001"/>
              <a:gd name="connsiteY139" fmla="*/ 2256610 h 2344739"/>
              <a:gd name="connsiteX140" fmla="*/ 5139596 w 12192001"/>
              <a:gd name="connsiteY140" fmla="*/ 2254509 h 2344739"/>
              <a:gd name="connsiteX141" fmla="*/ 5121659 w 12192001"/>
              <a:gd name="connsiteY141" fmla="*/ 2243656 h 2344739"/>
              <a:gd name="connsiteX142" fmla="*/ 5065790 w 12192001"/>
              <a:gd name="connsiteY142" fmla="*/ 2250227 h 2344739"/>
              <a:gd name="connsiteX143" fmla="*/ 5011514 w 12192001"/>
              <a:gd name="connsiteY143" fmla="*/ 2233846 h 2344739"/>
              <a:gd name="connsiteX144" fmla="*/ 4840441 w 12192001"/>
              <a:gd name="connsiteY144" fmla="*/ 2209829 h 2344739"/>
              <a:gd name="connsiteX145" fmla="*/ 4762447 w 12192001"/>
              <a:gd name="connsiteY145" fmla="*/ 2182061 h 2344739"/>
              <a:gd name="connsiteX146" fmla="*/ 4723186 w 12192001"/>
              <a:gd name="connsiteY146" fmla="*/ 2173047 h 2344739"/>
              <a:gd name="connsiteX147" fmla="*/ 4721176 w 12192001"/>
              <a:gd name="connsiteY147" fmla="*/ 2172298 h 2344739"/>
              <a:gd name="connsiteX148" fmla="*/ 4722111 w 12192001"/>
              <a:gd name="connsiteY148" fmla="*/ 2172087 h 2344739"/>
              <a:gd name="connsiteX149" fmla="*/ 4717202 w 12192001"/>
              <a:gd name="connsiteY149" fmla="*/ 2170817 h 2344739"/>
              <a:gd name="connsiteX150" fmla="*/ 4721176 w 12192001"/>
              <a:gd name="connsiteY150" fmla="*/ 2172298 h 2344739"/>
              <a:gd name="connsiteX151" fmla="*/ 4715526 w 12192001"/>
              <a:gd name="connsiteY151" fmla="*/ 2173573 h 2344739"/>
              <a:gd name="connsiteX152" fmla="*/ 4515814 w 12192001"/>
              <a:gd name="connsiteY152" fmla="*/ 2163671 h 2344739"/>
              <a:gd name="connsiteX153" fmla="*/ 4428543 w 12192001"/>
              <a:gd name="connsiteY153" fmla="*/ 2153020 h 2344739"/>
              <a:gd name="connsiteX154" fmla="*/ 4362875 w 12192001"/>
              <a:gd name="connsiteY154" fmla="*/ 2151674 h 2344739"/>
              <a:gd name="connsiteX155" fmla="*/ 4316966 w 12192001"/>
              <a:gd name="connsiteY155" fmla="*/ 2158289 h 2344739"/>
              <a:gd name="connsiteX156" fmla="*/ 4315110 w 12192001"/>
              <a:gd name="connsiteY156" fmla="*/ 2156948 h 2344739"/>
              <a:gd name="connsiteX157" fmla="*/ 4295144 w 12192001"/>
              <a:gd name="connsiteY157" fmla="*/ 2155069 h 2344739"/>
              <a:gd name="connsiteX158" fmla="*/ 4290064 w 12192001"/>
              <a:gd name="connsiteY158" fmla="*/ 2157986 h 2344739"/>
              <a:gd name="connsiteX159" fmla="*/ 4276142 w 12192001"/>
              <a:gd name="connsiteY159" fmla="*/ 2157740 h 2344739"/>
              <a:gd name="connsiteX160" fmla="*/ 4248117 w 12192001"/>
              <a:gd name="connsiteY160" fmla="*/ 2160064 h 2344739"/>
              <a:gd name="connsiteX161" fmla="*/ 4202051 w 12192001"/>
              <a:gd name="connsiteY161" fmla="*/ 2157269 h 2344739"/>
              <a:gd name="connsiteX162" fmla="*/ 4201745 w 12192001"/>
              <a:gd name="connsiteY162" fmla="*/ 2156010 h 2344739"/>
              <a:gd name="connsiteX163" fmla="*/ 4191248 w 12192001"/>
              <a:gd name="connsiteY163" fmla="*/ 2150376 h 2344739"/>
              <a:gd name="connsiteX164" fmla="*/ 4142745 w 12192001"/>
              <a:gd name="connsiteY164" fmla="*/ 2134511 h 2344739"/>
              <a:gd name="connsiteX165" fmla="*/ 4083097 w 12192001"/>
              <a:gd name="connsiteY165" fmla="*/ 2107978 h 2344739"/>
              <a:gd name="connsiteX166" fmla="*/ 4074546 w 12192001"/>
              <a:gd name="connsiteY166" fmla="*/ 2107143 h 2344739"/>
              <a:gd name="connsiteX167" fmla="*/ 4074427 w 12192001"/>
              <a:gd name="connsiteY167" fmla="*/ 2106844 h 2344739"/>
              <a:gd name="connsiteX168" fmla="*/ 4065510 w 12192001"/>
              <a:gd name="connsiteY168" fmla="*/ 2105400 h 2344739"/>
              <a:gd name="connsiteX169" fmla="*/ 4058954 w 12192001"/>
              <a:gd name="connsiteY169" fmla="*/ 2105618 h 2344739"/>
              <a:gd name="connsiteX170" fmla="*/ 4042364 w 12192001"/>
              <a:gd name="connsiteY170" fmla="*/ 2103997 h 2344739"/>
              <a:gd name="connsiteX171" fmla="*/ 4036997 w 12192001"/>
              <a:gd name="connsiteY171" fmla="*/ 2101563 h 2344739"/>
              <a:gd name="connsiteX172" fmla="*/ 4035363 w 12192001"/>
              <a:gd name="connsiteY172" fmla="*/ 2097896 h 2344739"/>
              <a:gd name="connsiteX173" fmla="*/ 4033778 w 12192001"/>
              <a:gd name="connsiteY173" fmla="*/ 2098131 h 2344739"/>
              <a:gd name="connsiteX174" fmla="*/ 4004538 w 12192001"/>
              <a:gd name="connsiteY174" fmla="*/ 2085563 h 2344739"/>
              <a:gd name="connsiteX175" fmla="*/ 3936846 w 12192001"/>
              <a:gd name="connsiteY175" fmla="*/ 2068106 h 2344739"/>
              <a:gd name="connsiteX176" fmla="*/ 3897275 w 12192001"/>
              <a:gd name="connsiteY176" fmla="*/ 2062451 h 2344739"/>
              <a:gd name="connsiteX177" fmla="*/ 3789760 w 12192001"/>
              <a:gd name="connsiteY177" fmla="*/ 2042213 h 2344739"/>
              <a:gd name="connsiteX178" fmla="*/ 3682513 w 12192001"/>
              <a:gd name="connsiteY178" fmla="*/ 2018290 h 2344739"/>
              <a:gd name="connsiteX179" fmla="*/ 3610035 w 12192001"/>
              <a:gd name="connsiteY179" fmla="*/ 1986019 h 2344739"/>
              <a:gd name="connsiteX180" fmla="*/ 3603855 w 12192001"/>
              <a:gd name="connsiteY180" fmla="*/ 1987381 h 2344739"/>
              <a:gd name="connsiteX181" fmla="*/ 3594736 w 12192001"/>
              <a:gd name="connsiteY181" fmla="*/ 1987545 h 2344739"/>
              <a:gd name="connsiteX182" fmla="*/ 3594501 w 12192001"/>
              <a:gd name="connsiteY182" fmla="*/ 1987276 h 2344739"/>
              <a:gd name="connsiteX183" fmla="*/ 3585978 w 12192001"/>
              <a:gd name="connsiteY183" fmla="*/ 1987966 h 2344739"/>
              <a:gd name="connsiteX184" fmla="*/ 3536135 w 12192001"/>
              <a:gd name="connsiteY184" fmla="*/ 1978267 h 2344739"/>
              <a:gd name="connsiteX185" fmla="*/ 3473223 w 12192001"/>
              <a:gd name="connsiteY185" fmla="*/ 1974606 h 2344739"/>
              <a:gd name="connsiteX186" fmla="*/ 3400728 w 12192001"/>
              <a:gd name="connsiteY186" fmla="*/ 1962558 h 2344739"/>
              <a:gd name="connsiteX187" fmla="*/ 3363888 w 12192001"/>
              <a:gd name="connsiteY187" fmla="*/ 1979510 h 2344739"/>
              <a:gd name="connsiteX188" fmla="*/ 3344026 w 12192001"/>
              <a:gd name="connsiteY188" fmla="*/ 1981192 h 2344739"/>
              <a:gd name="connsiteX189" fmla="*/ 3341698 w 12192001"/>
              <a:gd name="connsiteY189" fmla="*/ 1980217 h 2344739"/>
              <a:gd name="connsiteX190" fmla="*/ 3262356 w 12192001"/>
              <a:gd name="connsiteY190" fmla="*/ 1986094 h 2344739"/>
              <a:gd name="connsiteX191" fmla="*/ 3142556 w 12192001"/>
              <a:gd name="connsiteY191" fmla="*/ 1993869 h 2344739"/>
              <a:gd name="connsiteX192" fmla="*/ 3030291 w 12192001"/>
              <a:gd name="connsiteY192" fmla="*/ 1996512 h 2344739"/>
              <a:gd name="connsiteX193" fmla="*/ 2781569 w 12192001"/>
              <a:gd name="connsiteY193" fmla="*/ 2018333 h 2344739"/>
              <a:gd name="connsiteX194" fmla="*/ 2646527 w 12192001"/>
              <a:gd name="connsiteY194" fmla="*/ 2028869 h 2344739"/>
              <a:gd name="connsiteX195" fmla="*/ 2568028 w 12192001"/>
              <a:gd name="connsiteY195" fmla="*/ 2002628 h 2344739"/>
              <a:gd name="connsiteX196" fmla="*/ 2443255 w 12192001"/>
              <a:gd name="connsiteY196" fmla="*/ 2016529 h 2344739"/>
              <a:gd name="connsiteX197" fmla="*/ 2315112 w 12192001"/>
              <a:gd name="connsiteY197" fmla="*/ 2024996 h 2344739"/>
              <a:gd name="connsiteX198" fmla="*/ 2208578 w 12192001"/>
              <a:gd name="connsiteY198" fmla="*/ 2019763 h 2344739"/>
              <a:gd name="connsiteX199" fmla="*/ 2094665 w 12192001"/>
              <a:gd name="connsiteY199" fmla="*/ 2003052 h 2344739"/>
              <a:gd name="connsiteX200" fmla="*/ 1997356 w 12192001"/>
              <a:gd name="connsiteY200" fmla="*/ 1995032 h 2344739"/>
              <a:gd name="connsiteX201" fmla="*/ 1928172 w 12192001"/>
              <a:gd name="connsiteY201" fmla="*/ 2016977 h 2344739"/>
              <a:gd name="connsiteX202" fmla="*/ 1921650 w 12192001"/>
              <a:gd name="connsiteY202" fmla="*/ 2012146 h 2344739"/>
              <a:gd name="connsiteX203" fmla="*/ 1873080 w 12192001"/>
              <a:gd name="connsiteY203" fmla="*/ 2013741 h 2344739"/>
              <a:gd name="connsiteX204" fmla="*/ 1786655 w 12192001"/>
              <a:gd name="connsiteY204" fmla="*/ 2041363 h 2344739"/>
              <a:gd name="connsiteX205" fmla="*/ 1738204 w 12192001"/>
              <a:gd name="connsiteY205" fmla="*/ 2036312 h 2344739"/>
              <a:gd name="connsiteX206" fmla="*/ 1675071 w 12192001"/>
              <a:gd name="connsiteY206" fmla="*/ 2019963 h 2344739"/>
              <a:gd name="connsiteX207" fmla="*/ 1608669 w 12192001"/>
              <a:gd name="connsiteY207" fmla="*/ 2013066 h 2344739"/>
              <a:gd name="connsiteX208" fmla="*/ 1496110 w 12192001"/>
              <a:gd name="connsiteY208" fmla="*/ 1987476 h 2344739"/>
              <a:gd name="connsiteX209" fmla="*/ 1149979 w 12192001"/>
              <a:gd name="connsiteY209" fmla="*/ 1938041 h 2344739"/>
              <a:gd name="connsiteX210" fmla="*/ 858269 w 12192001"/>
              <a:gd name="connsiteY210" fmla="*/ 1928608 h 2344739"/>
              <a:gd name="connsiteX211" fmla="*/ 837540 w 12192001"/>
              <a:gd name="connsiteY211" fmla="*/ 1929821 h 2344739"/>
              <a:gd name="connsiteX212" fmla="*/ 816809 w 12192001"/>
              <a:gd name="connsiteY212" fmla="*/ 1927857 h 2344739"/>
              <a:gd name="connsiteX213" fmla="*/ 811506 w 12192001"/>
              <a:gd name="connsiteY213" fmla="*/ 1930751 h 2344739"/>
              <a:gd name="connsiteX214" fmla="*/ 797041 w 12192001"/>
              <a:gd name="connsiteY214" fmla="*/ 1930446 h 2344739"/>
              <a:gd name="connsiteX215" fmla="*/ 767901 w 12192001"/>
              <a:gd name="connsiteY215" fmla="*/ 1932653 h 2344739"/>
              <a:gd name="connsiteX216" fmla="*/ 763053 w 12192001"/>
              <a:gd name="connsiteY216" fmla="*/ 1930432 h 2344739"/>
              <a:gd name="connsiteX217" fmla="*/ 720047 w 12192001"/>
              <a:gd name="connsiteY217" fmla="*/ 1929661 h 2344739"/>
              <a:gd name="connsiteX218" fmla="*/ 719742 w 12192001"/>
              <a:gd name="connsiteY218" fmla="*/ 1928399 h 2344739"/>
              <a:gd name="connsiteX219" fmla="*/ 708875 w 12192001"/>
              <a:gd name="connsiteY219" fmla="*/ 1922722 h 2344739"/>
              <a:gd name="connsiteX220" fmla="*/ 596792 w 12192001"/>
              <a:gd name="connsiteY220" fmla="*/ 1879864 h 2344739"/>
              <a:gd name="connsiteX221" fmla="*/ 578535 w 12192001"/>
              <a:gd name="connsiteY221" fmla="*/ 1877212 h 2344739"/>
              <a:gd name="connsiteX222" fmla="*/ 571717 w 12192001"/>
              <a:gd name="connsiteY222" fmla="*/ 1877401 h 2344739"/>
              <a:gd name="connsiteX223" fmla="*/ 445099 w 12192001"/>
              <a:gd name="connsiteY223" fmla="*/ 1839371 h 2344739"/>
              <a:gd name="connsiteX224" fmla="*/ 404015 w 12192001"/>
              <a:gd name="connsiteY224" fmla="*/ 1833548 h 2344739"/>
              <a:gd name="connsiteX225" fmla="*/ 292435 w 12192001"/>
              <a:gd name="connsiteY225" fmla="*/ 1812852 h 2344739"/>
              <a:gd name="connsiteX226" fmla="*/ 118381 w 12192001"/>
              <a:gd name="connsiteY226" fmla="*/ 1761047 h 2344739"/>
              <a:gd name="connsiteX227" fmla="*/ 15526 w 12192001"/>
              <a:gd name="connsiteY227" fmla="*/ 1758191 h 2344739"/>
              <a:gd name="connsiteX228" fmla="*/ 2 w 12192001"/>
              <a:gd name="connsiteY228" fmla="*/ 1752722 h 2344739"/>
              <a:gd name="connsiteX229" fmla="*/ 1 w 12192001"/>
              <a:gd name="connsiteY229" fmla="*/ 762497 h 2344739"/>
              <a:gd name="connsiteX230" fmla="*/ 0 w 12192001"/>
              <a:gd name="connsiteY230" fmla="*/ 762497 h 2344739"/>
              <a:gd name="connsiteX231" fmla="*/ 0 w 12192001"/>
              <a:gd name="connsiteY231" fmla="*/ 222213 h 2344739"/>
              <a:gd name="connsiteX232" fmla="*/ 0 w 12192001"/>
              <a:gd name="connsiteY232"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310853 w 12192001"/>
              <a:gd name="connsiteY111" fmla="*/ 2131431 h 2344739"/>
              <a:gd name="connsiteX112" fmla="*/ 7218559 w 12192001"/>
              <a:gd name="connsiteY112" fmla="*/ 2156680 h 2344739"/>
              <a:gd name="connsiteX113" fmla="*/ 7201101 w 12192001"/>
              <a:gd name="connsiteY113" fmla="*/ 2161230 h 2344739"/>
              <a:gd name="connsiteX114" fmla="*/ 7197004 w 12192001"/>
              <a:gd name="connsiteY114" fmla="*/ 2166588 h 2344739"/>
              <a:gd name="connsiteX115" fmla="*/ 7170808 w 12192001"/>
              <a:gd name="connsiteY115" fmla="*/ 2171236 h 2344739"/>
              <a:gd name="connsiteX116" fmla="*/ 7096988 w 12192001"/>
              <a:gd name="connsiteY116" fmla="*/ 2183464 h 2344739"/>
              <a:gd name="connsiteX117" fmla="*/ 7018496 w 12192001"/>
              <a:gd name="connsiteY117" fmla="*/ 2183090 h 2344739"/>
              <a:gd name="connsiteX118" fmla="*/ 6904146 w 12192001"/>
              <a:gd name="connsiteY118" fmla="*/ 2212596 h 2344739"/>
              <a:gd name="connsiteX119" fmla="*/ 6708222 w 12192001"/>
              <a:gd name="connsiteY119" fmla="*/ 2240551 h 2344739"/>
              <a:gd name="connsiteX120" fmla="*/ 6549454 w 12192001"/>
              <a:gd name="connsiteY120" fmla="*/ 2269327 h 2344739"/>
              <a:gd name="connsiteX121" fmla="*/ 6317560 w 12192001"/>
              <a:gd name="connsiteY121" fmla="*/ 2316127 h 2344739"/>
              <a:gd name="connsiteX122" fmla="*/ 6168674 w 12192001"/>
              <a:gd name="connsiteY122" fmla="*/ 2318214 h 2344739"/>
              <a:gd name="connsiteX123" fmla="*/ 6073848 w 12192001"/>
              <a:gd name="connsiteY123" fmla="*/ 2338676 h 2344739"/>
              <a:gd name="connsiteX124" fmla="*/ 6068529 w 12192001"/>
              <a:gd name="connsiteY124" fmla="*/ 2337139 h 2344739"/>
              <a:gd name="connsiteX125" fmla="*/ 6048638 w 12192001"/>
              <a:gd name="connsiteY125" fmla="*/ 2337822 h 2344739"/>
              <a:gd name="connsiteX126" fmla="*/ 6041285 w 12192001"/>
              <a:gd name="connsiteY126" fmla="*/ 2329473 h 2344739"/>
              <a:gd name="connsiteX127" fmla="*/ 6010090 w 12192001"/>
              <a:gd name="connsiteY127" fmla="*/ 2324380 h 2344739"/>
              <a:gd name="connsiteX128" fmla="*/ 5957375 w 12192001"/>
              <a:gd name="connsiteY128" fmla="*/ 2328024 h 2344739"/>
              <a:gd name="connsiteX129" fmla="*/ 5758919 w 12192001"/>
              <a:gd name="connsiteY129" fmla="*/ 2343716 h 2344739"/>
              <a:gd name="connsiteX130" fmla="*/ 5626960 w 12192001"/>
              <a:gd name="connsiteY130" fmla="*/ 2344739 h 2344739"/>
              <a:gd name="connsiteX131" fmla="*/ 5470906 w 12192001"/>
              <a:gd name="connsiteY131" fmla="*/ 2330719 h 2344739"/>
              <a:gd name="connsiteX132" fmla="*/ 5432761 w 12192001"/>
              <a:gd name="connsiteY132" fmla="*/ 2319466 h 2344739"/>
              <a:gd name="connsiteX133" fmla="*/ 5381669 w 12192001"/>
              <a:gd name="connsiteY133" fmla="*/ 2301764 h 2344739"/>
              <a:gd name="connsiteX134" fmla="*/ 5261764 w 12192001"/>
              <a:gd name="connsiteY134" fmla="*/ 2281347 h 2344739"/>
              <a:gd name="connsiteX135" fmla="*/ 5222961 w 12192001"/>
              <a:gd name="connsiteY135" fmla="*/ 2270223 h 2344739"/>
              <a:gd name="connsiteX136" fmla="*/ 5174660 w 12192001"/>
              <a:gd name="connsiteY136" fmla="*/ 2267233 h 2344739"/>
              <a:gd name="connsiteX137" fmla="*/ 5156554 w 12192001"/>
              <a:gd name="connsiteY137" fmla="*/ 2260010 h 2344739"/>
              <a:gd name="connsiteX138" fmla="*/ 5142599 w 12192001"/>
              <a:gd name="connsiteY138" fmla="*/ 2256610 h 2344739"/>
              <a:gd name="connsiteX139" fmla="*/ 5139596 w 12192001"/>
              <a:gd name="connsiteY139" fmla="*/ 2254509 h 2344739"/>
              <a:gd name="connsiteX140" fmla="*/ 5121659 w 12192001"/>
              <a:gd name="connsiteY140" fmla="*/ 2243656 h 2344739"/>
              <a:gd name="connsiteX141" fmla="*/ 5065790 w 12192001"/>
              <a:gd name="connsiteY141" fmla="*/ 2250227 h 2344739"/>
              <a:gd name="connsiteX142" fmla="*/ 5011514 w 12192001"/>
              <a:gd name="connsiteY142" fmla="*/ 2233846 h 2344739"/>
              <a:gd name="connsiteX143" fmla="*/ 4840441 w 12192001"/>
              <a:gd name="connsiteY143" fmla="*/ 2209829 h 2344739"/>
              <a:gd name="connsiteX144" fmla="*/ 4762447 w 12192001"/>
              <a:gd name="connsiteY144" fmla="*/ 2182061 h 2344739"/>
              <a:gd name="connsiteX145" fmla="*/ 4723186 w 12192001"/>
              <a:gd name="connsiteY145" fmla="*/ 2173047 h 2344739"/>
              <a:gd name="connsiteX146" fmla="*/ 4721176 w 12192001"/>
              <a:gd name="connsiteY146" fmla="*/ 2172298 h 2344739"/>
              <a:gd name="connsiteX147" fmla="*/ 4722111 w 12192001"/>
              <a:gd name="connsiteY147" fmla="*/ 2172087 h 2344739"/>
              <a:gd name="connsiteX148" fmla="*/ 4717202 w 12192001"/>
              <a:gd name="connsiteY148" fmla="*/ 2170817 h 2344739"/>
              <a:gd name="connsiteX149" fmla="*/ 4721176 w 12192001"/>
              <a:gd name="connsiteY149" fmla="*/ 2172298 h 2344739"/>
              <a:gd name="connsiteX150" fmla="*/ 4715526 w 12192001"/>
              <a:gd name="connsiteY150" fmla="*/ 2173573 h 2344739"/>
              <a:gd name="connsiteX151" fmla="*/ 4515814 w 12192001"/>
              <a:gd name="connsiteY151" fmla="*/ 2163671 h 2344739"/>
              <a:gd name="connsiteX152" fmla="*/ 4428543 w 12192001"/>
              <a:gd name="connsiteY152" fmla="*/ 2153020 h 2344739"/>
              <a:gd name="connsiteX153" fmla="*/ 4362875 w 12192001"/>
              <a:gd name="connsiteY153" fmla="*/ 2151674 h 2344739"/>
              <a:gd name="connsiteX154" fmla="*/ 4316966 w 12192001"/>
              <a:gd name="connsiteY154" fmla="*/ 2158289 h 2344739"/>
              <a:gd name="connsiteX155" fmla="*/ 4315110 w 12192001"/>
              <a:gd name="connsiteY155" fmla="*/ 2156948 h 2344739"/>
              <a:gd name="connsiteX156" fmla="*/ 4295144 w 12192001"/>
              <a:gd name="connsiteY156" fmla="*/ 2155069 h 2344739"/>
              <a:gd name="connsiteX157" fmla="*/ 4290064 w 12192001"/>
              <a:gd name="connsiteY157" fmla="*/ 2157986 h 2344739"/>
              <a:gd name="connsiteX158" fmla="*/ 4276142 w 12192001"/>
              <a:gd name="connsiteY158" fmla="*/ 2157740 h 2344739"/>
              <a:gd name="connsiteX159" fmla="*/ 4248117 w 12192001"/>
              <a:gd name="connsiteY159" fmla="*/ 2160064 h 2344739"/>
              <a:gd name="connsiteX160" fmla="*/ 4202051 w 12192001"/>
              <a:gd name="connsiteY160" fmla="*/ 2157269 h 2344739"/>
              <a:gd name="connsiteX161" fmla="*/ 4201745 w 12192001"/>
              <a:gd name="connsiteY161" fmla="*/ 2156010 h 2344739"/>
              <a:gd name="connsiteX162" fmla="*/ 4191248 w 12192001"/>
              <a:gd name="connsiteY162" fmla="*/ 2150376 h 2344739"/>
              <a:gd name="connsiteX163" fmla="*/ 4142745 w 12192001"/>
              <a:gd name="connsiteY163" fmla="*/ 2134511 h 2344739"/>
              <a:gd name="connsiteX164" fmla="*/ 4083097 w 12192001"/>
              <a:gd name="connsiteY164" fmla="*/ 2107978 h 2344739"/>
              <a:gd name="connsiteX165" fmla="*/ 4074546 w 12192001"/>
              <a:gd name="connsiteY165" fmla="*/ 2107143 h 2344739"/>
              <a:gd name="connsiteX166" fmla="*/ 4074427 w 12192001"/>
              <a:gd name="connsiteY166" fmla="*/ 2106844 h 2344739"/>
              <a:gd name="connsiteX167" fmla="*/ 4065510 w 12192001"/>
              <a:gd name="connsiteY167" fmla="*/ 2105400 h 2344739"/>
              <a:gd name="connsiteX168" fmla="*/ 4058954 w 12192001"/>
              <a:gd name="connsiteY168" fmla="*/ 2105618 h 2344739"/>
              <a:gd name="connsiteX169" fmla="*/ 4042364 w 12192001"/>
              <a:gd name="connsiteY169" fmla="*/ 2103997 h 2344739"/>
              <a:gd name="connsiteX170" fmla="*/ 4036997 w 12192001"/>
              <a:gd name="connsiteY170" fmla="*/ 2101563 h 2344739"/>
              <a:gd name="connsiteX171" fmla="*/ 4035363 w 12192001"/>
              <a:gd name="connsiteY171" fmla="*/ 2097896 h 2344739"/>
              <a:gd name="connsiteX172" fmla="*/ 4033778 w 12192001"/>
              <a:gd name="connsiteY172" fmla="*/ 2098131 h 2344739"/>
              <a:gd name="connsiteX173" fmla="*/ 4004538 w 12192001"/>
              <a:gd name="connsiteY173" fmla="*/ 2085563 h 2344739"/>
              <a:gd name="connsiteX174" fmla="*/ 3936846 w 12192001"/>
              <a:gd name="connsiteY174" fmla="*/ 2068106 h 2344739"/>
              <a:gd name="connsiteX175" fmla="*/ 3897275 w 12192001"/>
              <a:gd name="connsiteY175" fmla="*/ 2062451 h 2344739"/>
              <a:gd name="connsiteX176" fmla="*/ 3789760 w 12192001"/>
              <a:gd name="connsiteY176" fmla="*/ 2042213 h 2344739"/>
              <a:gd name="connsiteX177" fmla="*/ 3682513 w 12192001"/>
              <a:gd name="connsiteY177" fmla="*/ 2018290 h 2344739"/>
              <a:gd name="connsiteX178" fmla="*/ 3610035 w 12192001"/>
              <a:gd name="connsiteY178" fmla="*/ 1986019 h 2344739"/>
              <a:gd name="connsiteX179" fmla="*/ 3603855 w 12192001"/>
              <a:gd name="connsiteY179" fmla="*/ 1987381 h 2344739"/>
              <a:gd name="connsiteX180" fmla="*/ 3594736 w 12192001"/>
              <a:gd name="connsiteY180" fmla="*/ 1987545 h 2344739"/>
              <a:gd name="connsiteX181" fmla="*/ 3594501 w 12192001"/>
              <a:gd name="connsiteY181" fmla="*/ 1987276 h 2344739"/>
              <a:gd name="connsiteX182" fmla="*/ 3585978 w 12192001"/>
              <a:gd name="connsiteY182" fmla="*/ 1987966 h 2344739"/>
              <a:gd name="connsiteX183" fmla="*/ 3536135 w 12192001"/>
              <a:gd name="connsiteY183" fmla="*/ 1978267 h 2344739"/>
              <a:gd name="connsiteX184" fmla="*/ 3473223 w 12192001"/>
              <a:gd name="connsiteY184" fmla="*/ 1974606 h 2344739"/>
              <a:gd name="connsiteX185" fmla="*/ 3400728 w 12192001"/>
              <a:gd name="connsiteY185" fmla="*/ 1962558 h 2344739"/>
              <a:gd name="connsiteX186" fmla="*/ 3363888 w 12192001"/>
              <a:gd name="connsiteY186" fmla="*/ 1979510 h 2344739"/>
              <a:gd name="connsiteX187" fmla="*/ 3344026 w 12192001"/>
              <a:gd name="connsiteY187" fmla="*/ 1981192 h 2344739"/>
              <a:gd name="connsiteX188" fmla="*/ 3341698 w 12192001"/>
              <a:gd name="connsiteY188" fmla="*/ 1980217 h 2344739"/>
              <a:gd name="connsiteX189" fmla="*/ 3262356 w 12192001"/>
              <a:gd name="connsiteY189" fmla="*/ 1986094 h 2344739"/>
              <a:gd name="connsiteX190" fmla="*/ 3142556 w 12192001"/>
              <a:gd name="connsiteY190" fmla="*/ 1993869 h 2344739"/>
              <a:gd name="connsiteX191" fmla="*/ 3030291 w 12192001"/>
              <a:gd name="connsiteY191" fmla="*/ 1996512 h 2344739"/>
              <a:gd name="connsiteX192" fmla="*/ 2781569 w 12192001"/>
              <a:gd name="connsiteY192" fmla="*/ 2018333 h 2344739"/>
              <a:gd name="connsiteX193" fmla="*/ 2646527 w 12192001"/>
              <a:gd name="connsiteY193" fmla="*/ 2028869 h 2344739"/>
              <a:gd name="connsiteX194" fmla="*/ 2568028 w 12192001"/>
              <a:gd name="connsiteY194" fmla="*/ 2002628 h 2344739"/>
              <a:gd name="connsiteX195" fmla="*/ 2443255 w 12192001"/>
              <a:gd name="connsiteY195" fmla="*/ 2016529 h 2344739"/>
              <a:gd name="connsiteX196" fmla="*/ 2315112 w 12192001"/>
              <a:gd name="connsiteY196" fmla="*/ 2024996 h 2344739"/>
              <a:gd name="connsiteX197" fmla="*/ 2208578 w 12192001"/>
              <a:gd name="connsiteY197" fmla="*/ 2019763 h 2344739"/>
              <a:gd name="connsiteX198" fmla="*/ 2094665 w 12192001"/>
              <a:gd name="connsiteY198" fmla="*/ 2003052 h 2344739"/>
              <a:gd name="connsiteX199" fmla="*/ 1997356 w 12192001"/>
              <a:gd name="connsiteY199" fmla="*/ 1995032 h 2344739"/>
              <a:gd name="connsiteX200" fmla="*/ 1928172 w 12192001"/>
              <a:gd name="connsiteY200" fmla="*/ 2016977 h 2344739"/>
              <a:gd name="connsiteX201" fmla="*/ 1921650 w 12192001"/>
              <a:gd name="connsiteY201" fmla="*/ 2012146 h 2344739"/>
              <a:gd name="connsiteX202" fmla="*/ 1873080 w 12192001"/>
              <a:gd name="connsiteY202" fmla="*/ 2013741 h 2344739"/>
              <a:gd name="connsiteX203" fmla="*/ 1786655 w 12192001"/>
              <a:gd name="connsiteY203" fmla="*/ 2041363 h 2344739"/>
              <a:gd name="connsiteX204" fmla="*/ 1738204 w 12192001"/>
              <a:gd name="connsiteY204" fmla="*/ 2036312 h 2344739"/>
              <a:gd name="connsiteX205" fmla="*/ 1675071 w 12192001"/>
              <a:gd name="connsiteY205" fmla="*/ 2019963 h 2344739"/>
              <a:gd name="connsiteX206" fmla="*/ 1608669 w 12192001"/>
              <a:gd name="connsiteY206" fmla="*/ 2013066 h 2344739"/>
              <a:gd name="connsiteX207" fmla="*/ 1496110 w 12192001"/>
              <a:gd name="connsiteY207" fmla="*/ 1987476 h 2344739"/>
              <a:gd name="connsiteX208" fmla="*/ 1149979 w 12192001"/>
              <a:gd name="connsiteY208" fmla="*/ 1938041 h 2344739"/>
              <a:gd name="connsiteX209" fmla="*/ 858269 w 12192001"/>
              <a:gd name="connsiteY209" fmla="*/ 1928608 h 2344739"/>
              <a:gd name="connsiteX210" fmla="*/ 837540 w 12192001"/>
              <a:gd name="connsiteY210" fmla="*/ 1929821 h 2344739"/>
              <a:gd name="connsiteX211" fmla="*/ 816809 w 12192001"/>
              <a:gd name="connsiteY211" fmla="*/ 1927857 h 2344739"/>
              <a:gd name="connsiteX212" fmla="*/ 811506 w 12192001"/>
              <a:gd name="connsiteY212" fmla="*/ 1930751 h 2344739"/>
              <a:gd name="connsiteX213" fmla="*/ 797041 w 12192001"/>
              <a:gd name="connsiteY213" fmla="*/ 1930446 h 2344739"/>
              <a:gd name="connsiteX214" fmla="*/ 767901 w 12192001"/>
              <a:gd name="connsiteY214" fmla="*/ 1932653 h 2344739"/>
              <a:gd name="connsiteX215" fmla="*/ 763053 w 12192001"/>
              <a:gd name="connsiteY215" fmla="*/ 1930432 h 2344739"/>
              <a:gd name="connsiteX216" fmla="*/ 720047 w 12192001"/>
              <a:gd name="connsiteY216" fmla="*/ 1929661 h 2344739"/>
              <a:gd name="connsiteX217" fmla="*/ 719742 w 12192001"/>
              <a:gd name="connsiteY217" fmla="*/ 1928399 h 2344739"/>
              <a:gd name="connsiteX218" fmla="*/ 708875 w 12192001"/>
              <a:gd name="connsiteY218" fmla="*/ 1922722 h 2344739"/>
              <a:gd name="connsiteX219" fmla="*/ 596792 w 12192001"/>
              <a:gd name="connsiteY219" fmla="*/ 1879864 h 2344739"/>
              <a:gd name="connsiteX220" fmla="*/ 578535 w 12192001"/>
              <a:gd name="connsiteY220" fmla="*/ 1877212 h 2344739"/>
              <a:gd name="connsiteX221" fmla="*/ 571717 w 12192001"/>
              <a:gd name="connsiteY221" fmla="*/ 1877401 h 2344739"/>
              <a:gd name="connsiteX222" fmla="*/ 445099 w 12192001"/>
              <a:gd name="connsiteY222" fmla="*/ 1839371 h 2344739"/>
              <a:gd name="connsiteX223" fmla="*/ 404015 w 12192001"/>
              <a:gd name="connsiteY223" fmla="*/ 1833548 h 2344739"/>
              <a:gd name="connsiteX224" fmla="*/ 292435 w 12192001"/>
              <a:gd name="connsiteY224" fmla="*/ 1812852 h 2344739"/>
              <a:gd name="connsiteX225" fmla="*/ 118381 w 12192001"/>
              <a:gd name="connsiteY225" fmla="*/ 1761047 h 2344739"/>
              <a:gd name="connsiteX226" fmla="*/ 15526 w 12192001"/>
              <a:gd name="connsiteY226" fmla="*/ 1758191 h 2344739"/>
              <a:gd name="connsiteX227" fmla="*/ 2 w 12192001"/>
              <a:gd name="connsiteY227" fmla="*/ 1752722 h 2344739"/>
              <a:gd name="connsiteX228" fmla="*/ 1 w 12192001"/>
              <a:gd name="connsiteY228" fmla="*/ 762497 h 2344739"/>
              <a:gd name="connsiteX229" fmla="*/ 0 w 12192001"/>
              <a:gd name="connsiteY229" fmla="*/ 762497 h 2344739"/>
              <a:gd name="connsiteX230" fmla="*/ 0 w 12192001"/>
              <a:gd name="connsiteY230" fmla="*/ 222213 h 2344739"/>
              <a:gd name="connsiteX231" fmla="*/ 0 w 12192001"/>
              <a:gd name="connsiteY231"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312180 w 12192001"/>
              <a:gd name="connsiteY110" fmla="*/ 2132873 h 2344739"/>
              <a:gd name="connsiteX111" fmla="*/ 7218559 w 12192001"/>
              <a:gd name="connsiteY111" fmla="*/ 2156680 h 2344739"/>
              <a:gd name="connsiteX112" fmla="*/ 7201101 w 12192001"/>
              <a:gd name="connsiteY112" fmla="*/ 2161230 h 2344739"/>
              <a:gd name="connsiteX113" fmla="*/ 7197004 w 12192001"/>
              <a:gd name="connsiteY113" fmla="*/ 2166588 h 2344739"/>
              <a:gd name="connsiteX114" fmla="*/ 7170808 w 12192001"/>
              <a:gd name="connsiteY114" fmla="*/ 2171236 h 2344739"/>
              <a:gd name="connsiteX115" fmla="*/ 7096988 w 12192001"/>
              <a:gd name="connsiteY115" fmla="*/ 2183464 h 2344739"/>
              <a:gd name="connsiteX116" fmla="*/ 7018496 w 12192001"/>
              <a:gd name="connsiteY116" fmla="*/ 2183090 h 2344739"/>
              <a:gd name="connsiteX117" fmla="*/ 6904146 w 12192001"/>
              <a:gd name="connsiteY117" fmla="*/ 2212596 h 2344739"/>
              <a:gd name="connsiteX118" fmla="*/ 6708222 w 12192001"/>
              <a:gd name="connsiteY118" fmla="*/ 2240551 h 2344739"/>
              <a:gd name="connsiteX119" fmla="*/ 6549454 w 12192001"/>
              <a:gd name="connsiteY119" fmla="*/ 2269327 h 2344739"/>
              <a:gd name="connsiteX120" fmla="*/ 6317560 w 12192001"/>
              <a:gd name="connsiteY120" fmla="*/ 2316127 h 2344739"/>
              <a:gd name="connsiteX121" fmla="*/ 6168674 w 12192001"/>
              <a:gd name="connsiteY121" fmla="*/ 2318214 h 2344739"/>
              <a:gd name="connsiteX122" fmla="*/ 6073848 w 12192001"/>
              <a:gd name="connsiteY122" fmla="*/ 2338676 h 2344739"/>
              <a:gd name="connsiteX123" fmla="*/ 6068529 w 12192001"/>
              <a:gd name="connsiteY123" fmla="*/ 2337139 h 2344739"/>
              <a:gd name="connsiteX124" fmla="*/ 6048638 w 12192001"/>
              <a:gd name="connsiteY124" fmla="*/ 2337822 h 2344739"/>
              <a:gd name="connsiteX125" fmla="*/ 6041285 w 12192001"/>
              <a:gd name="connsiteY125" fmla="*/ 2329473 h 2344739"/>
              <a:gd name="connsiteX126" fmla="*/ 6010090 w 12192001"/>
              <a:gd name="connsiteY126" fmla="*/ 2324380 h 2344739"/>
              <a:gd name="connsiteX127" fmla="*/ 5957375 w 12192001"/>
              <a:gd name="connsiteY127" fmla="*/ 2328024 h 2344739"/>
              <a:gd name="connsiteX128" fmla="*/ 5758919 w 12192001"/>
              <a:gd name="connsiteY128" fmla="*/ 2343716 h 2344739"/>
              <a:gd name="connsiteX129" fmla="*/ 5626960 w 12192001"/>
              <a:gd name="connsiteY129" fmla="*/ 2344739 h 2344739"/>
              <a:gd name="connsiteX130" fmla="*/ 5470906 w 12192001"/>
              <a:gd name="connsiteY130" fmla="*/ 2330719 h 2344739"/>
              <a:gd name="connsiteX131" fmla="*/ 5432761 w 12192001"/>
              <a:gd name="connsiteY131" fmla="*/ 2319466 h 2344739"/>
              <a:gd name="connsiteX132" fmla="*/ 5381669 w 12192001"/>
              <a:gd name="connsiteY132" fmla="*/ 2301764 h 2344739"/>
              <a:gd name="connsiteX133" fmla="*/ 5261764 w 12192001"/>
              <a:gd name="connsiteY133" fmla="*/ 2281347 h 2344739"/>
              <a:gd name="connsiteX134" fmla="*/ 5222961 w 12192001"/>
              <a:gd name="connsiteY134" fmla="*/ 2270223 h 2344739"/>
              <a:gd name="connsiteX135" fmla="*/ 5174660 w 12192001"/>
              <a:gd name="connsiteY135" fmla="*/ 2267233 h 2344739"/>
              <a:gd name="connsiteX136" fmla="*/ 5156554 w 12192001"/>
              <a:gd name="connsiteY136" fmla="*/ 2260010 h 2344739"/>
              <a:gd name="connsiteX137" fmla="*/ 5142599 w 12192001"/>
              <a:gd name="connsiteY137" fmla="*/ 2256610 h 2344739"/>
              <a:gd name="connsiteX138" fmla="*/ 5139596 w 12192001"/>
              <a:gd name="connsiteY138" fmla="*/ 2254509 h 2344739"/>
              <a:gd name="connsiteX139" fmla="*/ 5121659 w 12192001"/>
              <a:gd name="connsiteY139" fmla="*/ 2243656 h 2344739"/>
              <a:gd name="connsiteX140" fmla="*/ 5065790 w 12192001"/>
              <a:gd name="connsiteY140" fmla="*/ 2250227 h 2344739"/>
              <a:gd name="connsiteX141" fmla="*/ 5011514 w 12192001"/>
              <a:gd name="connsiteY141" fmla="*/ 2233846 h 2344739"/>
              <a:gd name="connsiteX142" fmla="*/ 4840441 w 12192001"/>
              <a:gd name="connsiteY142" fmla="*/ 2209829 h 2344739"/>
              <a:gd name="connsiteX143" fmla="*/ 4762447 w 12192001"/>
              <a:gd name="connsiteY143" fmla="*/ 2182061 h 2344739"/>
              <a:gd name="connsiteX144" fmla="*/ 4723186 w 12192001"/>
              <a:gd name="connsiteY144" fmla="*/ 2173047 h 2344739"/>
              <a:gd name="connsiteX145" fmla="*/ 4721176 w 12192001"/>
              <a:gd name="connsiteY145" fmla="*/ 2172298 h 2344739"/>
              <a:gd name="connsiteX146" fmla="*/ 4722111 w 12192001"/>
              <a:gd name="connsiteY146" fmla="*/ 2172087 h 2344739"/>
              <a:gd name="connsiteX147" fmla="*/ 4717202 w 12192001"/>
              <a:gd name="connsiteY147" fmla="*/ 2170817 h 2344739"/>
              <a:gd name="connsiteX148" fmla="*/ 4721176 w 12192001"/>
              <a:gd name="connsiteY148" fmla="*/ 2172298 h 2344739"/>
              <a:gd name="connsiteX149" fmla="*/ 4715526 w 12192001"/>
              <a:gd name="connsiteY149" fmla="*/ 2173573 h 2344739"/>
              <a:gd name="connsiteX150" fmla="*/ 4515814 w 12192001"/>
              <a:gd name="connsiteY150" fmla="*/ 2163671 h 2344739"/>
              <a:gd name="connsiteX151" fmla="*/ 4428543 w 12192001"/>
              <a:gd name="connsiteY151" fmla="*/ 2153020 h 2344739"/>
              <a:gd name="connsiteX152" fmla="*/ 4362875 w 12192001"/>
              <a:gd name="connsiteY152" fmla="*/ 2151674 h 2344739"/>
              <a:gd name="connsiteX153" fmla="*/ 4316966 w 12192001"/>
              <a:gd name="connsiteY153" fmla="*/ 2158289 h 2344739"/>
              <a:gd name="connsiteX154" fmla="*/ 4315110 w 12192001"/>
              <a:gd name="connsiteY154" fmla="*/ 2156948 h 2344739"/>
              <a:gd name="connsiteX155" fmla="*/ 4295144 w 12192001"/>
              <a:gd name="connsiteY155" fmla="*/ 2155069 h 2344739"/>
              <a:gd name="connsiteX156" fmla="*/ 4290064 w 12192001"/>
              <a:gd name="connsiteY156" fmla="*/ 2157986 h 2344739"/>
              <a:gd name="connsiteX157" fmla="*/ 4276142 w 12192001"/>
              <a:gd name="connsiteY157" fmla="*/ 2157740 h 2344739"/>
              <a:gd name="connsiteX158" fmla="*/ 4248117 w 12192001"/>
              <a:gd name="connsiteY158" fmla="*/ 2160064 h 2344739"/>
              <a:gd name="connsiteX159" fmla="*/ 4202051 w 12192001"/>
              <a:gd name="connsiteY159" fmla="*/ 2157269 h 2344739"/>
              <a:gd name="connsiteX160" fmla="*/ 4201745 w 12192001"/>
              <a:gd name="connsiteY160" fmla="*/ 2156010 h 2344739"/>
              <a:gd name="connsiteX161" fmla="*/ 4191248 w 12192001"/>
              <a:gd name="connsiteY161" fmla="*/ 2150376 h 2344739"/>
              <a:gd name="connsiteX162" fmla="*/ 4142745 w 12192001"/>
              <a:gd name="connsiteY162" fmla="*/ 2134511 h 2344739"/>
              <a:gd name="connsiteX163" fmla="*/ 4083097 w 12192001"/>
              <a:gd name="connsiteY163" fmla="*/ 2107978 h 2344739"/>
              <a:gd name="connsiteX164" fmla="*/ 4074546 w 12192001"/>
              <a:gd name="connsiteY164" fmla="*/ 2107143 h 2344739"/>
              <a:gd name="connsiteX165" fmla="*/ 4074427 w 12192001"/>
              <a:gd name="connsiteY165" fmla="*/ 2106844 h 2344739"/>
              <a:gd name="connsiteX166" fmla="*/ 4065510 w 12192001"/>
              <a:gd name="connsiteY166" fmla="*/ 2105400 h 2344739"/>
              <a:gd name="connsiteX167" fmla="*/ 4058954 w 12192001"/>
              <a:gd name="connsiteY167" fmla="*/ 2105618 h 2344739"/>
              <a:gd name="connsiteX168" fmla="*/ 4042364 w 12192001"/>
              <a:gd name="connsiteY168" fmla="*/ 2103997 h 2344739"/>
              <a:gd name="connsiteX169" fmla="*/ 4036997 w 12192001"/>
              <a:gd name="connsiteY169" fmla="*/ 2101563 h 2344739"/>
              <a:gd name="connsiteX170" fmla="*/ 4035363 w 12192001"/>
              <a:gd name="connsiteY170" fmla="*/ 2097896 h 2344739"/>
              <a:gd name="connsiteX171" fmla="*/ 4033778 w 12192001"/>
              <a:gd name="connsiteY171" fmla="*/ 2098131 h 2344739"/>
              <a:gd name="connsiteX172" fmla="*/ 4004538 w 12192001"/>
              <a:gd name="connsiteY172" fmla="*/ 2085563 h 2344739"/>
              <a:gd name="connsiteX173" fmla="*/ 3936846 w 12192001"/>
              <a:gd name="connsiteY173" fmla="*/ 2068106 h 2344739"/>
              <a:gd name="connsiteX174" fmla="*/ 3897275 w 12192001"/>
              <a:gd name="connsiteY174" fmla="*/ 2062451 h 2344739"/>
              <a:gd name="connsiteX175" fmla="*/ 3789760 w 12192001"/>
              <a:gd name="connsiteY175" fmla="*/ 2042213 h 2344739"/>
              <a:gd name="connsiteX176" fmla="*/ 3682513 w 12192001"/>
              <a:gd name="connsiteY176" fmla="*/ 2018290 h 2344739"/>
              <a:gd name="connsiteX177" fmla="*/ 3610035 w 12192001"/>
              <a:gd name="connsiteY177" fmla="*/ 1986019 h 2344739"/>
              <a:gd name="connsiteX178" fmla="*/ 3603855 w 12192001"/>
              <a:gd name="connsiteY178" fmla="*/ 1987381 h 2344739"/>
              <a:gd name="connsiteX179" fmla="*/ 3594736 w 12192001"/>
              <a:gd name="connsiteY179" fmla="*/ 1987545 h 2344739"/>
              <a:gd name="connsiteX180" fmla="*/ 3594501 w 12192001"/>
              <a:gd name="connsiteY180" fmla="*/ 1987276 h 2344739"/>
              <a:gd name="connsiteX181" fmla="*/ 3585978 w 12192001"/>
              <a:gd name="connsiteY181" fmla="*/ 1987966 h 2344739"/>
              <a:gd name="connsiteX182" fmla="*/ 3536135 w 12192001"/>
              <a:gd name="connsiteY182" fmla="*/ 1978267 h 2344739"/>
              <a:gd name="connsiteX183" fmla="*/ 3473223 w 12192001"/>
              <a:gd name="connsiteY183" fmla="*/ 1974606 h 2344739"/>
              <a:gd name="connsiteX184" fmla="*/ 3400728 w 12192001"/>
              <a:gd name="connsiteY184" fmla="*/ 1962558 h 2344739"/>
              <a:gd name="connsiteX185" fmla="*/ 3363888 w 12192001"/>
              <a:gd name="connsiteY185" fmla="*/ 1979510 h 2344739"/>
              <a:gd name="connsiteX186" fmla="*/ 3344026 w 12192001"/>
              <a:gd name="connsiteY186" fmla="*/ 1981192 h 2344739"/>
              <a:gd name="connsiteX187" fmla="*/ 3341698 w 12192001"/>
              <a:gd name="connsiteY187" fmla="*/ 1980217 h 2344739"/>
              <a:gd name="connsiteX188" fmla="*/ 3262356 w 12192001"/>
              <a:gd name="connsiteY188" fmla="*/ 1986094 h 2344739"/>
              <a:gd name="connsiteX189" fmla="*/ 3142556 w 12192001"/>
              <a:gd name="connsiteY189" fmla="*/ 1993869 h 2344739"/>
              <a:gd name="connsiteX190" fmla="*/ 3030291 w 12192001"/>
              <a:gd name="connsiteY190" fmla="*/ 1996512 h 2344739"/>
              <a:gd name="connsiteX191" fmla="*/ 2781569 w 12192001"/>
              <a:gd name="connsiteY191" fmla="*/ 2018333 h 2344739"/>
              <a:gd name="connsiteX192" fmla="*/ 2646527 w 12192001"/>
              <a:gd name="connsiteY192" fmla="*/ 2028869 h 2344739"/>
              <a:gd name="connsiteX193" fmla="*/ 2568028 w 12192001"/>
              <a:gd name="connsiteY193" fmla="*/ 2002628 h 2344739"/>
              <a:gd name="connsiteX194" fmla="*/ 2443255 w 12192001"/>
              <a:gd name="connsiteY194" fmla="*/ 2016529 h 2344739"/>
              <a:gd name="connsiteX195" fmla="*/ 2315112 w 12192001"/>
              <a:gd name="connsiteY195" fmla="*/ 2024996 h 2344739"/>
              <a:gd name="connsiteX196" fmla="*/ 2208578 w 12192001"/>
              <a:gd name="connsiteY196" fmla="*/ 2019763 h 2344739"/>
              <a:gd name="connsiteX197" fmla="*/ 2094665 w 12192001"/>
              <a:gd name="connsiteY197" fmla="*/ 2003052 h 2344739"/>
              <a:gd name="connsiteX198" fmla="*/ 1997356 w 12192001"/>
              <a:gd name="connsiteY198" fmla="*/ 1995032 h 2344739"/>
              <a:gd name="connsiteX199" fmla="*/ 1928172 w 12192001"/>
              <a:gd name="connsiteY199" fmla="*/ 2016977 h 2344739"/>
              <a:gd name="connsiteX200" fmla="*/ 1921650 w 12192001"/>
              <a:gd name="connsiteY200" fmla="*/ 2012146 h 2344739"/>
              <a:gd name="connsiteX201" fmla="*/ 1873080 w 12192001"/>
              <a:gd name="connsiteY201" fmla="*/ 2013741 h 2344739"/>
              <a:gd name="connsiteX202" fmla="*/ 1786655 w 12192001"/>
              <a:gd name="connsiteY202" fmla="*/ 2041363 h 2344739"/>
              <a:gd name="connsiteX203" fmla="*/ 1738204 w 12192001"/>
              <a:gd name="connsiteY203" fmla="*/ 2036312 h 2344739"/>
              <a:gd name="connsiteX204" fmla="*/ 1675071 w 12192001"/>
              <a:gd name="connsiteY204" fmla="*/ 2019963 h 2344739"/>
              <a:gd name="connsiteX205" fmla="*/ 1608669 w 12192001"/>
              <a:gd name="connsiteY205" fmla="*/ 2013066 h 2344739"/>
              <a:gd name="connsiteX206" fmla="*/ 1496110 w 12192001"/>
              <a:gd name="connsiteY206" fmla="*/ 1987476 h 2344739"/>
              <a:gd name="connsiteX207" fmla="*/ 1149979 w 12192001"/>
              <a:gd name="connsiteY207" fmla="*/ 1938041 h 2344739"/>
              <a:gd name="connsiteX208" fmla="*/ 858269 w 12192001"/>
              <a:gd name="connsiteY208" fmla="*/ 1928608 h 2344739"/>
              <a:gd name="connsiteX209" fmla="*/ 837540 w 12192001"/>
              <a:gd name="connsiteY209" fmla="*/ 1929821 h 2344739"/>
              <a:gd name="connsiteX210" fmla="*/ 816809 w 12192001"/>
              <a:gd name="connsiteY210" fmla="*/ 1927857 h 2344739"/>
              <a:gd name="connsiteX211" fmla="*/ 811506 w 12192001"/>
              <a:gd name="connsiteY211" fmla="*/ 1930751 h 2344739"/>
              <a:gd name="connsiteX212" fmla="*/ 797041 w 12192001"/>
              <a:gd name="connsiteY212" fmla="*/ 1930446 h 2344739"/>
              <a:gd name="connsiteX213" fmla="*/ 767901 w 12192001"/>
              <a:gd name="connsiteY213" fmla="*/ 1932653 h 2344739"/>
              <a:gd name="connsiteX214" fmla="*/ 763053 w 12192001"/>
              <a:gd name="connsiteY214" fmla="*/ 1930432 h 2344739"/>
              <a:gd name="connsiteX215" fmla="*/ 720047 w 12192001"/>
              <a:gd name="connsiteY215" fmla="*/ 1929661 h 2344739"/>
              <a:gd name="connsiteX216" fmla="*/ 719742 w 12192001"/>
              <a:gd name="connsiteY216" fmla="*/ 1928399 h 2344739"/>
              <a:gd name="connsiteX217" fmla="*/ 708875 w 12192001"/>
              <a:gd name="connsiteY217" fmla="*/ 1922722 h 2344739"/>
              <a:gd name="connsiteX218" fmla="*/ 596792 w 12192001"/>
              <a:gd name="connsiteY218" fmla="*/ 1879864 h 2344739"/>
              <a:gd name="connsiteX219" fmla="*/ 578535 w 12192001"/>
              <a:gd name="connsiteY219" fmla="*/ 1877212 h 2344739"/>
              <a:gd name="connsiteX220" fmla="*/ 571717 w 12192001"/>
              <a:gd name="connsiteY220" fmla="*/ 1877401 h 2344739"/>
              <a:gd name="connsiteX221" fmla="*/ 445099 w 12192001"/>
              <a:gd name="connsiteY221" fmla="*/ 1839371 h 2344739"/>
              <a:gd name="connsiteX222" fmla="*/ 404015 w 12192001"/>
              <a:gd name="connsiteY222" fmla="*/ 1833548 h 2344739"/>
              <a:gd name="connsiteX223" fmla="*/ 292435 w 12192001"/>
              <a:gd name="connsiteY223" fmla="*/ 1812852 h 2344739"/>
              <a:gd name="connsiteX224" fmla="*/ 118381 w 12192001"/>
              <a:gd name="connsiteY224" fmla="*/ 1761047 h 2344739"/>
              <a:gd name="connsiteX225" fmla="*/ 15526 w 12192001"/>
              <a:gd name="connsiteY225" fmla="*/ 1758191 h 2344739"/>
              <a:gd name="connsiteX226" fmla="*/ 2 w 12192001"/>
              <a:gd name="connsiteY226" fmla="*/ 1752722 h 2344739"/>
              <a:gd name="connsiteX227" fmla="*/ 1 w 12192001"/>
              <a:gd name="connsiteY227" fmla="*/ 762497 h 2344739"/>
              <a:gd name="connsiteX228" fmla="*/ 0 w 12192001"/>
              <a:gd name="connsiteY228" fmla="*/ 762497 h 2344739"/>
              <a:gd name="connsiteX229" fmla="*/ 0 w 12192001"/>
              <a:gd name="connsiteY229" fmla="*/ 222213 h 2344739"/>
              <a:gd name="connsiteX230" fmla="*/ 0 w 12192001"/>
              <a:gd name="connsiteY230"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22499 w 12192001"/>
              <a:gd name="connsiteY25" fmla="*/ 999965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63053 w 12192001"/>
              <a:gd name="connsiteY213" fmla="*/ 1930432 h 2344739"/>
              <a:gd name="connsiteX214" fmla="*/ 720047 w 12192001"/>
              <a:gd name="connsiteY214" fmla="*/ 1929661 h 2344739"/>
              <a:gd name="connsiteX215" fmla="*/ 719742 w 12192001"/>
              <a:gd name="connsiteY215" fmla="*/ 1928399 h 2344739"/>
              <a:gd name="connsiteX216" fmla="*/ 708875 w 12192001"/>
              <a:gd name="connsiteY216" fmla="*/ 1922722 h 2344739"/>
              <a:gd name="connsiteX217" fmla="*/ 596792 w 12192001"/>
              <a:gd name="connsiteY217" fmla="*/ 1879864 h 2344739"/>
              <a:gd name="connsiteX218" fmla="*/ 578535 w 12192001"/>
              <a:gd name="connsiteY218" fmla="*/ 1877212 h 2344739"/>
              <a:gd name="connsiteX219" fmla="*/ 571717 w 12192001"/>
              <a:gd name="connsiteY219" fmla="*/ 1877401 h 2344739"/>
              <a:gd name="connsiteX220" fmla="*/ 445099 w 12192001"/>
              <a:gd name="connsiteY220" fmla="*/ 1839371 h 2344739"/>
              <a:gd name="connsiteX221" fmla="*/ 404015 w 12192001"/>
              <a:gd name="connsiteY221" fmla="*/ 1833548 h 2344739"/>
              <a:gd name="connsiteX222" fmla="*/ 292435 w 12192001"/>
              <a:gd name="connsiteY222" fmla="*/ 1812852 h 2344739"/>
              <a:gd name="connsiteX223" fmla="*/ 118381 w 12192001"/>
              <a:gd name="connsiteY223" fmla="*/ 1761047 h 2344739"/>
              <a:gd name="connsiteX224" fmla="*/ 15526 w 12192001"/>
              <a:gd name="connsiteY224" fmla="*/ 1758191 h 2344739"/>
              <a:gd name="connsiteX225" fmla="*/ 2 w 12192001"/>
              <a:gd name="connsiteY225" fmla="*/ 1752722 h 2344739"/>
              <a:gd name="connsiteX226" fmla="*/ 1 w 12192001"/>
              <a:gd name="connsiteY226" fmla="*/ 762497 h 2344739"/>
              <a:gd name="connsiteX227" fmla="*/ 0 w 12192001"/>
              <a:gd name="connsiteY227" fmla="*/ 762497 h 2344739"/>
              <a:gd name="connsiteX228" fmla="*/ 0 w 12192001"/>
              <a:gd name="connsiteY228" fmla="*/ 222213 h 2344739"/>
              <a:gd name="connsiteX229" fmla="*/ 0 w 12192001"/>
              <a:gd name="connsiteY229"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97041 w 12192001"/>
              <a:gd name="connsiteY211" fmla="*/ 1930446 h 2344739"/>
              <a:gd name="connsiteX212" fmla="*/ 767901 w 12192001"/>
              <a:gd name="connsiteY212" fmla="*/ 1932653 h 2344739"/>
              <a:gd name="connsiteX213" fmla="*/ 720047 w 12192001"/>
              <a:gd name="connsiteY213" fmla="*/ 1929661 h 2344739"/>
              <a:gd name="connsiteX214" fmla="*/ 719742 w 12192001"/>
              <a:gd name="connsiteY214" fmla="*/ 1928399 h 2344739"/>
              <a:gd name="connsiteX215" fmla="*/ 708875 w 12192001"/>
              <a:gd name="connsiteY215" fmla="*/ 1922722 h 2344739"/>
              <a:gd name="connsiteX216" fmla="*/ 596792 w 12192001"/>
              <a:gd name="connsiteY216" fmla="*/ 1879864 h 2344739"/>
              <a:gd name="connsiteX217" fmla="*/ 578535 w 12192001"/>
              <a:gd name="connsiteY217" fmla="*/ 1877212 h 2344739"/>
              <a:gd name="connsiteX218" fmla="*/ 571717 w 12192001"/>
              <a:gd name="connsiteY218" fmla="*/ 1877401 h 2344739"/>
              <a:gd name="connsiteX219" fmla="*/ 445099 w 12192001"/>
              <a:gd name="connsiteY219" fmla="*/ 1839371 h 2344739"/>
              <a:gd name="connsiteX220" fmla="*/ 404015 w 12192001"/>
              <a:gd name="connsiteY220" fmla="*/ 1833548 h 2344739"/>
              <a:gd name="connsiteX221" fmla="*/ 292435 w 12192001"/>
              <a:gd name="connsiteY221" fmla="*/ 1812852 h 2344739"/>
              <a:gd name="connsiteX222" fmla="*/ 118381 w 12192001"/>
              <a:gd name="connsiteY222" fmla="*/ 1761047 h 2344739"/>
              <a:gd name="connsiteX223" fmla="*/ 15526 w 12192001"/>
              <a:gd name="connsiteY223" fmla="*/ 1758191 h 2344739"/>
              <a:gd name="connsiteX224" fmla="*/ 2 w 12192001"/>
              <a:gd name="connsiteY224" fmla="*/ 1752722 h 2344739"/>
              <a:gd name="connsiteX225" fmla="*/ 1 w 12192001"/>
              <a:gd name="connsiteY225" fmla="*/ 762497 h 2344739"/>
              <a:gd name="connsiteX226" fmla="*/ 0 w 12192001"/>
              <a:gd name="connsiteY226" fmla="*/ 762497 h 2344739"/>
              <a:gd name="connsiteX227" fmla="*/ 0 w 12192001"/>
              <a:gd name="connsiteY227" fmla="*/ 222213 h 2344739"/>
              <a:gd name="connsiteX228" fmla="*/ 0 w 12192001"/>
              <a:gd name="connsiteY228"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67901 w 12192001"/>
              <a:gd name="connsiteY211" fmla="*/ 1932653 h 2344739"/>
              <a:gd name="connsiteX212" fmla="*/ 720047 w 12192001"/>
              <a:gd name="connsiteY212" fmla="*/ 1929661 h 2344739"/>
              <a:gd name="connsiteX213" fmla="*/ 719742 w 12192001"/>
              <a:gd name="connsiteY213" fmla="*/ 1928399 h 2344739"/>
              <a:gd name="connsiteX214" fmla="*/ 708875 w 12192001"/>
              <a:gd name="connsiteY214" fmla="*/ 1922722 h 2344739"/>
              <a:gd name="connsiteX215" fmla="*/ 596792 w 12192001"/>
              <a:gd name="connsiteY215" fmla="*/ 1879864 h 2344739"/>
              <a:gd name="connsiteX216" fmla="*/ 578535 w 12192001"/>
              <a:gd name="connsiteY216" fmla="*/ 1877212 h 2344739"/>
              <a:gd name="connsiteX217" fmla="*/ 571717 w 12192001"/>
              <a:gd name="connsiteY217" fmla="*/ 1877401 h 2344739"/>
              <a:gd name="connsiteX218" fmla="*/ 445099 w 12192001"/>
              <a:gd name="connsiteY218" fmla="*/ 1839371 h 2344739"/>
              <a:gd name="connsiteX219" fmla="*/ 404015 w 12192001"/>
              <a:gd name="connsiteY219" fmla="*/ 1833548 h 2344739"/>
              <a:gd name="connsiteX220" fmla="*/ 292435 w 12192001"/>
              <a:gd name="connsiteY220" fmla="*/ 1812852 h 2344739"/>
              <a:gd name="connsiteX221" fmla="*/ 118381 w 12192001"/>
              <a:gd name="connsiteY221" fmla="*/ 1761047 h 2344739"/>
              <a:gd name="connsiteX222" fmla="*/ 15526 w 12192001"/>
              <a:gd name="connsiteY222" fmla="*/ 1758191 h 2344739"/>
              <a:gd name="connsiteX223" fmla="*/ 2 w 12192001"/>
              <a:gd name="connsiteY223" fmla="*/ 1752722 h 2344739"/>
              <a:gd name="connsiteX224" fmla="*/ 1 w 12192001"/>
              <a:gd name="connsiteY224" fmla="*/ 762497 h 2344739"/>
              <a:gd name="connsiteX225" fmla="*/ 0 w 12192001"/>
              <a:gd name="connsiteY225" fmla="*/ 762497 h 2344739"/>
              <a:gd name="connsiteX226" fmla="*/ 0 w 12192001"/>
              <a:gd name="connsiteY226" fmla="*/ 222213 h 2344739"/>
              <a:gd name="connsiteX227" fmla="*/ 0 w 12192001"/>
              <a:gd name="connsiteY227"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762497 h 2344739"/>
              <a:gd name="connsiteX225" fmla="*/ 0 w 12192001"/>
              <a:gd name="connsiteY225" fmla="*/ 222213 h 2344739"/>
              <a:gd name="connsiteX226" fmla="*/ 0 w 12192001"/>
              <a:gd name="connsiteY226" fmla="*/ 0 h 2344739"/>
              <a:gd name="connsiteX0" fmla="*/ 0 w 12192001"/>
              <a:gd name="connsiteY0" fmla="*/ 0 h 2344739"/>
              <a:gd name="connsiteX1" fmla="*/ 12192000 w 12192001"/>
              <a:gd name="connsiteY1" fmla="*/ 0 h 2344739"/>
              <a:gd name="connsiteX2" fmla="*/ 12192000 w 12192001"/>
              <a:gd name="connsiteY2" fmla="*/ 222213 h 2344739"/>
              <a:gd name="connsiteX3" fmla="*/ 12192000 w 12192001"/>
              <a:gd name="connsiteY3" fmla="*/ 389190 h 2344739"/>
              <a:gd name="connsiteX4" fmla="*/ 12192001 w 12192001"/>
              <a:gd name="connsiteY4" fmla="*/ 579739 h 2344739"/>
              <a:gd name="connsiteX5" fmla="*/ 12184838 w 12192001"/>
              <a:gd name="connsiteY5" fmla="*/ 584189 h 2344739"/>
              <a:gd name="connsiteX6" fmla="*/ 12155215 w 12192001"/>
              <a:gd name="connsiteY6" fmla="*/ 597366 h 2344739"/>
              <a:gd name="connsiteX7" fmla="*/ 12138067 w 12192001"/>
              <a:gd name="connsiteY7" fmla="*/ 623179 h 2344739"/>
              <a:gd name="connsiteX8" fmla="*/ 12125179 w 12192001"/>
              <a:gd name="connsiteY8" fmla="*/ 624690 h 2344739"/>
              <a:gd name="connsiteX9" fmla="*/ 12122859 w 12192001"/>
              <a:gd name="connsiteY9" fmla="*/ 624794 h 2344739"/>
              <a:gd name="connsiteX10" fmla="*/ 12115706 w 12192001"/>
              <a:gd name="connsiteY10" fmla="*/ 628608 h 2344739"/>
              <a:gd name="connsiteX11" fmla="*/ 12098349 w 12192001"/>
              <a:gd name="connsiteY11" fmla="*/ 628139 h 2344739"/>
              <a:gd name="connsiteX12" fmla="*/ 12085925 w 12192001"/>
              <a:gd name="connsiteY12" fmla="*/ 636341 h 2344739"/>
              <a:gd name="connsiteX13" fmla="*/ 12029925 w 12192001"/>
              <a:gd name="connsiteY13" fmla="*/ 680009 h 2344739"/>
              <a:gd name="connsiteX14" fmla="*/ 11994685 w 12192001"/>
              <a:gd name="connsiteY14" fmla="*/ 703458 h 2344739"/>
              <a:gd name="connsiteX15" fmla="*/ 11978569 w 12192001"/>
              <a:gd name="connsiteY15" fmla="*/ 708161 h 2344739"/>
              <a:gd name="connsiteX16" fmla="*/ 11957898 w 12192001"/>
              <a:gd name="connsiteY16" fmla="*/ 717558 h 2344739"/>
              <a:gd name="connsiteX17" fmla="*/ 11919306 w 12192001"/>
              <a:gd name="connsiteY17" fmla="*/ 730883 h 2344739"/>
              <a:gd name="connsiteX18" fmla="*/ 11902508 w 12192001"/>
              <a:gd name="connsiteY18" fmla="*/ 742426 h 2344739"/>
              <a:gd name="connsiteX19" fmla="*/ 11893900 w 12192001"/>
              <a:gd name="connsiteY19" fmla="*/ 744791 h 2344739"/>
              <a:gd name="connsiteX20" fmla="*/ 11890820 w 12192001"/>
              <a:gd name="connsiteY20" fmla="*/ 755729 h 2344739"/>
              <a:gd name="connsiteX21" fmla="*/ 11869628 w 12192001"/>
              <a:gd name="connsiteY21" fmla="*/ 777816 h 2344739"/>
              <a:gd name="connsiteX22" fmla="*/ 11812228 w 12192001"/>
              <a:gd name="connsiteY22" fmla="*/ 797659 h 2344739"/>
              <a:gd name="connsiteX23" fmla="*/ 11748619 w 12192001"/>
              <a:gd name="connsiteY23" fmla="*/ 872002 h 2344739"/>
              <a:gd name="connsiteX24" fmla="*/ 11589545 w 12192001"/>
              <a:gd name="connsiteY24" fmla="*/ 963777 h 2344739"/>
              <a:gd name="connsiteX25" fmla="*/ 11505669 w 12192001"/>
              <a:gd name="connsiteY25" fmla="*/ 1033623 h 2344739"/>
              <a:gd name="connsiteX26" fmla="*/ 11279184 w 12192001"/>
              <a:gd name="connsiteY26" fmla="*/ 1223571 h 2344739"/>
              <a:gd name="connsiteX27" fmla="*/ 11227161 w 12192001"/>
              <a:gd name="connsiteY27" fmla="*/ 1276236 h 2344739"/>
              <a:gd name="connsiteX28" fmla="*/ 11216939 w 12192001"/>
              <a:gd name="connsiteY28" fmla="*/ 1275961 h 2344739"/>
              <a:gd name="connsiteX29" fmla="*/ 11216036 w 12192001"/>
              <a:gd name="connsiteY29" fmla="*/ 1275018 h 2344739"/>
              <a:gd name="connsiteX30" fmla="*/ 11187737 w 12192001"/>
              <a:gd name="connsiteY30" fmla="*/ 1292383 h 2344739"/>
              <a:gd name="connsiteX31" fmla="*/ 11183353 w 12192001"/>
              <a:gd name="connsiteY31" fmla="*/ 1292525 h 2344739"/>
              <a:gd name="connsiteX32" fmla="*/ 11165706 w 12192001"/>
              <a:gd name="connsiteY32" fmla="*/ 1306612 h 2344739"/>
              <a:gd name="connsiteX33" fmla="*/ 11156163 w 12192001"/>
              <a:gd name="connsiteY33" fmla="*/ 1312414 h 2344739"/>
              <a:gd name="connsiteX34" fmla="*/ 11154348 w 12192001"/>
              <a:gd name="connsiteY34" fmla="*/ 1317097 h 2344739"/>
              <a:gd name="connsiteX35" fmla="*/ 11139813 w 12192001"/>
              <a:gd name="connsiteY35" fmla="*/ 1324115 h 2344739"/>
              <a:gd name="connsiteX36" fmla="*/ 11137813 w 12192001"/>
              <a:gd name="connsiteY36" fmla="*/ 1323772 h 2344739"/>
              <a:gd name="connsiteX37" fmla="*/ 11127060 w 12192001"/>
              <a:gd name="connsiteY37" fmla="*/ 1333832 h 2344739"/>
              <a:gd name="connsiteX38" fmla="*/ 11119543 w 12192001"/>
              <a:gd name="connsiteY38" fmla="*/ 1347424 h 2344739"/>
              <a:gd name="connsiteX39" fmla="*/ 10893535 w 12192001"/>
              <a:gd name="connsiteY39" fmla="*/ 1473399 h 2344739"/>
              <a:gd name="connsiteX40" fmla="*/ 10772152 w 12192001"/>
              <a:gd name="connsiteY40" fmla="*/ 1523191 h 2344739"/>
              <a:gd name="connsiteX41" fmla="*/ 10626520 w 12192001"/>
              <a:gd name="connsiteY41" fmla="*/ 1559229 h 2344739"/>
              <a:gd name="connsiteX42" fmla="*/ 10580747 w 12192001"/>
              <a:gd name="connsiteY42" fmla="*/ 1568689 h 2344739"/>
              <a:gd name="connsiteX43" fmla="*/ 10546642 w 12192001"/>
              <a:gd name="connsiteY43" fmla="*/ 1598423 h 2344739"/>
              <a:gd name="connsiteX44" fmla="*/ 10528495 w 12192001"/>
              <a:gd name="connsiteY44" fmla="*/ 1596907 h 2344739"/>
              <a:gd name="connsiteX45" fmla="*/ 10525298 w 12192001"/>
              <a:gd name="connsiteY45" fmla="*/ 1596411 h 2344739"/>
              <a:gd name="connsiteX46" fmla="*/ 10513981 w 12192001"/>
              <a:gd name="connsiteY46" fmla="*/ 1599537 h 2344739"/>
              <a:gd name="connsiteX47" fmla="*/ 10490587 w 12192001"/>
              <a:gd name="connsiteY47" fmla="*/ 1594156 h 2344739"/>
              <a:gd name="connsiteX48" fmla="*/ 10470270 w 12192001"/>
              <a:gd name="connsiteY48" fmla="*/ 1601693 h 2344739"/>
              <a:gd name="connsiteX49" fmla="*/ 10375894 w 12192001"/>
              <a:gd name="connsiteY49" fmla="*/ 1644598 h 2344739"/>
              <a:gd name="connsiteX50" fmla="*/ 10318190 w 12192001"/>
              <a:gd name="connsiteY50" fmla="*/ 1666221 h 2344739"/>
              <a:gd name="connsiteX51" fmla="*/ 10294319 w 12192001"/>
              <a:gd name="connsiteY51" fmla="*/ 1668079 h 2344739"/>
              <a:gd name="connsiteX52" fmla="*/ 10262295 w 12192001"/>
              <a:gd name="connsiteY52" fmla="*/ 1674948 h 2344739"/>
              <a:gd name="connsiteX53" fmla="*/ 10204270 w 12192001"/>
              <a:gd name="connsiteY53" fmla="*/ 1682149 h 2344739"/>
              <a:gd name="connsiteX54" fmla="*/ 10176611 w 12192001"/>
              <a:gd name="connsiteY54" fmla="*/ 1692943 h 2344739"/>
              <a:gd name="connsiteX55" fmla="*/ 10163922 w 12192001"/>
              <a:gd name="connsiteY55" fmla="*/ 1693739 h 2344739"/>
              <a:gd name="connsiteX56" fmla="*/ 10155160 w 12192001"/>
              <a:gd name="connsiteY56" fmla="*/ 1707487 h 2344739"/>
              <a:gd name="connsiteX57" fmla="*/ 10117119 w 12192001"/>
              <a:gd name="connsiteY57" fmla="*/ 1731142 h 2344739"/>
              <a:gd name="connsiteX58" fmla="*/ 10100445 w 12192001"/>
              <a:gd name="connsiteY58" fmla="*/ 1742432 h 2344739"/>
              <a:gd name="connsiteX59" fmla="*/ 10082169 w 12192001"/>
              <a:gd name="connsiteY59" fmla="*/ 1743296 h 2344739"/>
              <a:gd name="connsiteX60" fmla="*/ 10039240 w 12192001"/>
              <a:gd name="connsiteY60" fmla="*/ 1741632 h 2344739"/>
              <a:gd name="connsiteX61" fmla="*/ 9960019 w 12192001"/>
              <a:gd name="connsiteY61" fmla="*/ 1757147 h 2344739"/>
              <a:gd name="connsiteX62" fmla="*/ 9847792 w 12192001"/>
              <a:gd name="connsiteY62" fmla="*/ 1763915 h 2344739"/>
              <a:gd name="connsiteX63" fmla="*/ 9728309 w 12192001"/>
              <a:gd name="connsiteY63" fmla="*/ 1784122 h 2344739"/>
              <a:gd name="connsiteX64" fmla="*/ 9584507 w 12192001"/>
              <a:gd name="connsiteY64" fmla="*/ 1795542 h 2344739"/>
              <a:gd name="connsiteX65" fmla="*/ 9343052 w 12192001"/>
              <a:gd name="connsiteY65" fmla="*/ 1841244 h 2344739"/>
              <a:gd name="connsiteX66" fmla="*/ 9231370 w 12192001"/>
              <a:gd name="connsiteY66" fmla="*/ 1893149 h 2344739"/>
              <a:gd name="connsiteX67" fmla="*/ 9194810 w 12192001"/>
              <a:gd name="connsiteY67" fmla="*/ 1903228 h 2344739"/>
              <a:gd name="connsiteX68" fmla="*/ 9189246 w 12192001"/>
              <a:gd name="connsiteY68" fmla="*/ 1912467 h 2344739"/>
              <a:gd name="connsiteX69" fmla="*/ 9113812 w 12192001"/>
              <a:gd name="connsiteY69" fmla="*/ 1919069 h 2344739"/>
              <a:gd name="connsiteX70" fmla="*/ 9053453 w 12192001"/>
              <a:gd name="connsiteY70" fmla="*/ 1910755 h 2344739"/>
              <a:gd name="connsiteX71" fmla="*/ 9005486 w 12192001"/>
              <a:gd name="connsiteY71" fmla="*/ 1914040 h 2344739"/>
              <a:gd name="connsiteX72" fmla="*/ 9005201 w 12192001"/>
              <a:gd name="connsiteY72" fmla="*/ 1913800 h 2344739"/>
              <a:gd name="connsiteX73" fmla="*/ 8996232 w 12192001"/>
              <a:gd name="connsiteY73" fmla="*/ 1915011 h 2344739"/>
              <a:gd name="connsiteX74" fmla="*/ 8990394 w 12192001"/>
              <a:gd name="connsiteY74" fmla="*/ 1917072 h 2344739"/>
              <a:gd name="connsiteX75" fmla="*/ 8974337 w 12192001"/>
              <a:gd name="connsiteY75" fmla="*/ 1920298 h 2344739"/>
              <a:gd name="connsiteX76" fmla="*/ 8968011 w 12192001"/>
              <a:gd name="connsiteY76" fmla="*/ 1919598 h 2344739"/>
              <a:gd name="connsiteX77" fmla="*/ 8963048 w 12192001"/>
              <a:gd name="connsiteY77" fmla="*/ 1917373 h 2344739"/>
              <a:gd name="connsiteX78" fmla="*/ 8928988 w 12192001"/>
              <a:gd name="connsiteY78" fmla="*/ 1914185 h 2344739"/>
              <a:gd name="connsiteX79" fmla="*/ 8752444 w 12192001"/>
              <a:gd name="connsiteY79" fmla="*/ 1933417 h 2344739"/>
              <a:gd name="connsiteX80" fmla="*/ 8707847 w 12192001"/>
              <a:gd name="connsiteY80" fmla="*/ 1935518 h 2344739"/>
              <a:gd name="connsiteX81" fmla="*/ 8596071 w 12192001"/>
              <a:gd name="connsiteY81" fmla="*/ 1944090 h 2344739"/>
              <a:gd name="connsiteX82" fmla="*/ 8525230 w 12192001"/>
              <a:gd name="connsiteY82" fmla="*/ 1929248 h 2344739"/>
              <a:gd name="connsiteX83" fmla="*/ 8510983 w 12192001"/>
              <a:gd name="connsiteY83" fmla="*/ 1935163 h 2344739"/>
              <a:gd name="connsiteX84" fmla="*/ 8506167 w 12192001"/>
              <a:gd name="connsiteY84" fmla="*/ 1938164 h 2344739"/>
              <a:gd name="connsiteX85" fmla="*/ 8497968 w 12192001"/>
              <a:gd name="connsiteY85" fmla="*/ 1940902 h 2344739"/>
              <a:gd name="connsiteX86" fmla="*/ 8497594 w 12192001"/>
              <a:gd name="connsiteY86" fmla="*/ 1940723 h 2344739"/>
              <a:gd name="connsiteX87" fmla="*/ 8490249 w 12192001"/>
              <a:gd name="connsiteY87" fmla="*/ 1943773 h 2344739"/>
              <a:gd name="connsiteX88" fmla="*/ 8367182 w 12192001"/>
              <a:gd name="connsiteY88" fmla="*/ 1957815 h 2344739"/>
              <a:gd name="connsiteX89" fmla="*/ 8353799 w 12192001"/>
              <a:gd name="connsiteY89" fmla="*/ 1958009 h 2344739"/>
              <a:gd name="connsiteX90" fmla="*/ 8352373 w 12192001"/>
              <a:gd name="connsiteY90" fmla="*/ 1957169 h 2344739"/>
              <a:gd name="connsiteX91" fmla="*/ 8320104 w 12192001"/>
              <a:gd name="connsiteY91" fmla="*/ 1974587 h 2344739"/>
              <a:gd name="connsiteX92" fmla="*/ 8314433 w 12192001"/>
              <a:gd name="connsiteY92" fmla="*/ 1974913 h 2344739"/>
              <a:gd name="connsiteX93" fmla="*/ 8295174 w 12192001"/>
              <a:gd name="connsiteY93" fmla="*/ 1988808 h 2344739"/>
              <a:gd name="connsiteX94" fmla="*/ 8284276 w 12192001"/>
              <a:gd name="connsiteY94" fmla="*/ 1994631 h 2344739"/>
              <a:gd name="connsiteX95" fmla="*/ 8283150 w 12192001"/>
              <a:gd name="connsiteY95" fmla="*/ 1999074 h 2344739"/>
              <a:gd name="connsiteX96" fmla="*/ 8266076 w 12192001"/>
              <a:gd name="connsiteY96" fmla="*/ 2006249 h 2344739"/>
              <a:gd name="connsiteX97" fmla="*/ 8263377 w 12192001"/>
              <a:gd name="connsiteY97" fmla="*/ 2006019 h 2344739"/>
              <a:gd name="connsiteX98" fmla="*/ 8252033 w 12192001"/>
              <a:gd name="connsiteY98" fmla="*/ 2015862 h 2344739"/>
              <a:gd name="connsiteX99" fmla="*/ 8245834 w 12192001"/>
              <a:gd name="connsiteY99" fmla="*/ 2028854 h 2344739"/>
              <a:gd name="connsiteX100" fmla="*/ 8090272 w 12192001"/>
              <a:gd name="connsiteY100" fmla="*/ 2075015 h 2344739"/>
              <a:gd name="connsiteX101" fmla="*/ 7905407 w 12192001"/>
              <a:gd name="connsiteY101" fmla="*/ 2116988 h 2344739"/>
              <a:gd name="connsiteX102" fmla="*/ 7718745 w 12192001"/>
              <a:gd name="connsiteY102" fmla="*/ 2142703 h 2344739"/>
              <a:gd name="connsiteX103" fmla="*/ 7614347 w 12192001"/>
              <a:gd name="connsiteY103" fmla="*/ 2139232 h 2344739"/>
              <a:gd name="connsiteX104" fmla="*/ 7527543 w 12192001"/>
              <a:gd name="connsiteY104" fmla="*/ 2145060 h 2344739"/>
              <a:gd name="connsiteX105" fmla="*/ 7519571 w 12192001"/>
              <a:gd name="connsiteY105" fmla="*/ 2147613 h 2344739"/>
              <a:gd name="connsiteX106" fmla="*/ 7507411 w 12192001"/>
              <a:gd name="connsiteY106" fmla="*/ 2148948 h 2344739"/>
              <a:gd name="connsiteX107" fmla="*/ 7507040 w 12192001"/>
              <a:gd name="connsiteY107" fmla="*/ 2148621 h 2344739"/>
              <a:gd name="connsiteX108" fmla="*/ 7495795 w 12192001"/>
              <a:gd name="connsiteY108" fmla="*/ 2150573 h 2344739"/>
              <a:gd name="connsiteX109" fmla="*/ 7405391 w 12192001"/>
              <a:gd name="connsiteY109" fmla="*/ 2142468 h 2344739"/>
              <a:gd name="connsiteX110" fmla="*/ 7218559 w 12192001"/>
              <a:gd name="connsiteY110" fmla="*/ 2156680 h 2344739"/>
              <a:gd name="connsiteX111" fmla="*/ 7201101 w 12192001"/>
              <a:gd name="connsiteY111" fmla="*/ 2161230 h 2344739"/>
              <a:gd name="connsiteX112" fmla="*/ 7197004 w 12192001"/>
              <a:gd name="connsiteY112" fmla="*/ 2166588 h 2344739"/>
              <a:gd name="connsiteX113" fmla="*/ 7170808 w 12192001"/>
              <a:gd name="connsiteY113" fmla="*/ 2171236 h 2344739"/>
              <a:gd name="connsiteX114" fmla="*/ 7096988 w 12192001"/>
              <a:gd name="connsiteY114" fmla="*/ 2183464 h 2344739"/>
              <a:gd name="connsiteX115" fmla="*/ 7018496 w 12192001"/>
              <a:gd name="connsiteY115" fmla="*/ 2183090 h 2344739"/>
              <a:gd name="connsiteX116" fmla="*/ 6904146 w 12192001"/>
              <a:gd name="connsiteY116" fmla="*/ 2212596 h 2344739"/>
              <a:gd name="connsiteX117" fmla="*/ 6708222 w 12192001"/>
              <a:gd name="connsiteY117" fmla="*/ 2240551 h 2344739"/>
              <a:gd name="connsiteX118" fmla="*/ 6549454 w 12192001"/>
              <a:gd name="connsiteY118" fmla="*/ 2269327 h 2344739"/>
              <a:gd name="connsiteX119" fmla="*/ 6317560 w 12192001"/>
              <a:gd name="connsiteY119" fmla="*/ 2316127 h 2344739"/>
              <a:gd name="connsiteX120" fmla="*/ 6168674 w 12192001"/>
              <a:gd name="connsiteY120" fmla="*/ 2318214 h 2344739"/>
              <a:gd name="connsiteX121" fmla="*/ 6073848 w 12192001"/>
              <a:gd name="connsiteY121" fmla="*/ 2338676 h 2344739"/>
              <a:gd name="connsiteX122" fmla="*/ 6068529 w 12192001"/>
              <a:gd name="connsiteY122" fmla="*/ 2337139 h 2344739"/>
              <a:gd name="connsiteX123" fmla="*/ 6048638 w 12192001"/>
              <a:gd name="connsiteY123" fmla="*/ 2337822 h 2344739"/>
              <a:gd name="connsiteX124" fmla="*/ 6041285 w 12192001"/>
              <a:gd name="connsiteY124" fmla="*/ 2329473 h 2344739"/>
              <a:gd name="connsiteX125" fmla="*/ 6010090 w 12192001"/>
              <a:gd name="connsiteY125" fmla="*/ 2324380 h 2344739"/>
              <a:gd name="connsiteX126" fmla="*/ 5957375 w 12192001"/>
              <a:gd name="connsiteY126" fmla="*/ 2328024 h 2344739"/>
              <a:gd name="connsiteX127" fmla="*/ 5758919 w 12192001"/>
              <a:gd name="connsiteY127" fmla="*/ 2343716 h 2344739"/>
              <a:gd name="connsiteX128" fmla="*/ 5626960 w 12192001"/>
              <a:gd name="connsiteY128" fmla="*/ 2344739 h 2344739"/>
              <a:gd name="connsiteX129" fmla="*/ 5470906 w 12192001"/>
              <a:gd name="connsiteY129" fmla="*/ 2330719 h 2344739"/>
              <a:gd name="connsiteX130" fmla="*/ 5432761 w 12192001"/>
              <a:gd name="connsiteY130" fmla="*/ 2319466 h 2344739"/>
              <a:gd name="connsiteX131" fmla="*/ 5381669 w 12192001"/>
              <a:gd name="connsiteY131" fmla="*/ 2301764 h 2344739"/>
              <a:gd name="connsiteX132" fmla="*/ 5261764 w 12192001"/>
              <a:gd name="connsiteY132" fmla="*/ 2281347 h 2344739"/>
              <a:gd name="connsiteX133" fmla="*/ 5222961 w 12192001"/>
              <a:gd name="connsiteY133" fmla="*/ 2270223 h 2344739"/>
              <a:gd name="connsiteX134" fmla="*/ 5174660 w 12192001"/>
              <a:gd name="connsiteY134" fmla="*/ 2267233 h 2344739"/>
              <a:gd name="connsiteX135" fmla="*/ 5156554 w 12192001"/>
              <a:gd name="connsiteY135" fmla="*/ 2260010 h 2344739"/>
              <a:gd name="connsiteX136" fmla="*/ 5142599 w 12192001"/>
              <a:gd name="connsiteY136" fmla="*/ 2256610 h 2344739"/>
              <a:gd name="connsiteX137" fmla="*/ 5139596 w 12192001"/>
              <a:gd name="connsiteY137" fmla="*/ 2254509 h 2344739"/>
              <a:gd name="connsiteX138" fmla="*/ 5121659 w 12192001"/>
              <a:gd name="connsiteY138" fmla="*/ 2243656 h 2344739"/>
              <a:gd name="connsiteX139" fmla="*/ 5065790 w 12192001"/>
              <a:gd name="connsiteY139" fmla="*/ 2250227 h 2344739"/>
              <a:gd name="connsiteX140" fmla="*/ 5011514 w 12192001"/>
              <a:gd name="connsiteY140" fmla="*/ 2233846 h 2344739"/>
              <a:gd name="connsiteX141" fmla="*/ 4840441 w 12192001"/>
              <a:gd name="connsiteY141" fmla="*/ 2209829 h 2344739"/>
              <a:gd name="connsiteX142" fmla="*/ 4762447 w 12192001"/>
              <a:gd name="connsiteY142" fmla="*/ 2182061 h 2344739"/>
              <a:gd name="connsiteX143" fmla="*/ 4723186 w 12192001"/>
              <a:gd name="connsiteY143" fmla="*/ 2173047 h 2344739"/>
              <a:gd name="connsiteX144" fmla="*/ 4721176 w 12192001"/>
              <a:gd name="connsiteY144" fmla="*/ 2172298 h 2344739"/>
              <a:gd name="connsiteX145" fmla="*/ 4722111 w 12192001"/>
              <a:gd name="connsiteY145" fmla="*/ 2172087 h 2344739"/>
              <a:gd name="connsiteX146" fmla="*/ 4717202 w 12192001"/>
              <a:gd name="connsiteY146" fmla="*/ 2170817 h 2344739"/>
              <a:gd name="connsiteX147" fmla="*/ 4721176 w 12192001"/>
              <a:gd name="connsiteY147" fmla="*/ 2172298 h 2344739"/>
              <a:gd name="connsiteX148" fmla="*/ 4715526 w 12192001"/>
              <a:gd name="connsiteY148" fmla="*/ 2173573 h 2344739"/>
              <a:gd name="connsiteX149" fmla="*/ 4515814 w 12192001"/>
              <a:gd name="connsiteY149" fmla="*/ 2163671 h 2344739"/>
              <a:gd name="connsiteX150" fmla="*/ 4428543 w 12192001"/>
              <a:gd name="connsiteY150" fmla="*/ 2153020 h 2344739"/>
              <a:gd name="connsiteX151" fmla="*/ 4362875 w 12192001"/>
              <a:gd name="connsiteY151" fmla="*/ 2151674 h 2344739"/>
              <a:gd name="connsiteX152" fmla="*/ 4316966 w 12192001"/>
              <a:gd name="connsiteY152" fmla="*/ 2158289 h 2344739"/>
              <a:gd name="connsiteX153" fmla="*/ 4315110 w 12192001"/>
              <a:gd name="connsiteY153" fmla="*/ 2156948 h 2344739"/>
              <a:gd name="connsiteX154" fmla="*/ 4295144 w 12192001"/>
              <a:gd name="connsiteY154" fmla="*/ 2155069 h 2344739"/>
              <a:gd name="connsiteX155" fmla="*/ 4290064 w 12192001"/>
              <a:gd name="connsiteY155" fmla="*/ 2157986 h 2344739"/>
              <a:gd name="connsiteX156" fmla="*/ 4276142 w 12192001"/>
              <a:gd name="connsiteY156" fmla="*/ 2157740 h 2344739"/>
              <a:gd name="connsiteX157" fmla="*/ 4248117 w 12192001"/>
              <a:gd name="connsiteY157" fmla="*/ 2160064 h 2344739"/>
              <a:gd name="connsiteX158" fmla="*/ 4202051 w 12192001"/>
              <a:gd name="connsiteY158" fmla="*/ 2157269 h 2344739"/>
              <a:gd name="connsiteX159" fmla="*/ 4201745 w 12192001"/>
              <a:gd name="connsiteY159" fmla="*/ 2156010 h 2344739"/>
              <a:gd name="connsiteX160" fmla="*/ 4191248 w 12192001"/>
              <a:gd name="connsiteY160" fmla="*/ 2150376 h 2344739"/>
              <a:gd name="connsiteX161" fmla="*/ 4142745 w 12192001"/>
              <a:gd name="connsiteY161" fmla="*/ 2134511 h 2344739"/>
              <a:gd name="connsiteX162" fmla="*/ 4083097 w 12192001"/>
              <a:gd name="connsiteY162" fmla="*/ 2107978 h 2344739"/>
              <a:gd name="connsiteX163" fmla="*/ 4074546 w 12192001"/>
              <a:gd name="connsiteY163" fmla="*/ 2107143 h 2344739"/>
              <a:gd name="connsiteX164" fmla="*/ 4074427 w 12192001"/>
              <a:gd name="connsiteY164" fmla="*/ 2106844 h 2344739"/>
              <a:gd name="connsiteX165" fmla="*/ 4065510 w 12192001"/>
              <a:gd name="connsiteY165" fmla="*/ 2105400 h 2344739"/>
              <a:gd name="connsiteX166" fmla="*/ 4058954 w 12192001"/>
              <a:gd name="connsiteY166" fmla="*/ 2105618 h 2344739"/>
              <a:gd name="connsiteX167" fmla="*/ 4042364 w 12192001"/>
              <a:gd name="connsiteY167" fmla="*/ 2103997 h 2344739"/>
              <a:gd name="connsiteX168" fmla="*/ 4036997 w 12192001"/>
              <a:gd name="connsiteY168" fmla="*/ 2101563 h 2344739"/>
              <a:gd name="connsiteX169" fmla="*/ 4035363 w 12192001"/>
              <a:gd name="connsiteY169" fmla="*/ 2097896 h 2344739"/>
              <a:gd name="connsiteX170" fmla="*/ 4033778 w 12192001"/>
              <a:gd name="connsiteY170" fmla="*/ 2098131 h 2344739"/>
              <a:gd name="connsiteX171" fmla="*/ 4004538 w 12192001"/>
              <a:gd name="connsiteY171" fmla="*/ 2085563 h 2344739"/>
              <a:gd name="connsiteX172" fmla="*/ 3936846 w 12192001"/>
              <a:gd name="connsiteY172" fmla="*/ 2068106 h 2344739"/>
              <a:gd name="connsiteX173" fmla="*/ 3897275 w 12192001"/>
              <a:gd name="connsiteY173" fmla="*/ 2062451 h 2344739"/>
              <a:gd name="connsiteX174" fmla="*/ 3789760 w 12192001"/>
              <a:gd name="connsiteY174" fmla="*/ 2042213 h 2344739"/>
              <a:gd name="connsiteX175" fmla="*/ 3682513 w 12192001"/>
              <a:gd name="connsiteY175" fmla="*/ 2018290 h 2344739"/>
              <a:gd name="connsiteX176" fmla="*/ 3610035 w 12192001"/>
              <a:gd name="connsiteY176" fmla="*/ 1986019 h 2344739"/>
              <a:gd name="connsiteX177" fmla="*/ 3603855 w 12192001"/>
              <a:gd name="connsiteY177" fmla="*/ 1987381 h 2344739"/>
              <a:gd name="connsiteX178" fmla="*/ 3594736 w 12192001"/>
              <a:gd name="connsiteY178" fmla="*/ 1987545 h 2344739"/>
              <a:gd name="connsiteX179" fmla="*/ 3594501 w 12192001"/>
              <a:gd name="connsiteY179" fmla="*/ 1987276 h 2344739"/>
              <a:gd name="connsiteX180" fmla="*/ 3585978 w 12192001"/>
              <a:gd name="connsiteY180" fmla="*/ 1987966 h 2344739"/>
              <a:gd name="connsiteX181" fmla="*/ 3536135 w 12192001"/>
              <a:gd name="connsiteY181" fmla="*/ 1978267 h 2344739"/>
              <a:gd name="connsiteX182" fmla="*/ 3473223 w 12192001"/>
              <a:gd name="connsiteY182" fmla="*/ 1974606 h 2344739"/>
              <a:gd name="connsiteX183" fmla="*/ 3400728 w 12192001"/>
              <a:gd name="connsiteY183" fmla="*/ 1962558 h 2344739"/>
              <a:gd name="connsiteX184" fmla="*/ 3363888 w 12192001"/>
              <a:gd name="connsiteY184" fmla="*/ 1979510 h 2344739"/>
              <a:gd name="connsiteX185" fmla="*/ 3344026 w 12192001"/>
              <a:gd name="connsiteY185" fmla="*/ 1981192 h 2344739"/>
              <a:gd name="connsiteX186" fmla="*/ 3341698 w 12192001"/>
              <a:gd name="connsiteY186" fmla="*/ 1980217 h 2344739"/>
              <a:gd name="connsiteX187" fmla="*/ 3262356 w 12192001"/>
              <a:gd name="connsiteY187" fmla="*/ 1986094 h 2344739"/>
              <a:gd name="connsiteX188" fmla="*/ 3142556 w 12192001"/>
              <a:gd name="connsiteY188" fmla="*/ 1993869 h 2344739"/>
              <a:gd name="connsiteX189" fmla="*/ 3030291 w 12192001"/>
              <a:gd name="connsiteY189" fmla="*/ 1996512 h 2344739"/>
              <a:gd name="connsiteX190" fmla="*/ 2781569 w 12192001"/>
              <a:gd name="connsiteY190" fmla="*/ 2018333 h 2344739"/>
              <a:gd name="connsiteX191" fmla="*/ 2646527 w 12192001"/>
              <a:gd name="connsiteY191" fmla="*/ 2028869 h 2344739"/>
              <a:gd name="connsiteX192" fmla="*/ 2568028 w 12192001"/>
              <a:gd name="connsiteY192" fmla="*/ 2002628 h 2344739"/>
              <a:gd name="connsiteX193" fmla="*/ 2443255 w 12192001"/>
              <a:gd name="connsiteY193" fmla="*/ 2016529 h 2344739"/>
              <a:gd name="connsiteX194" fmla="*/ 2315112 w 12192001"/>
              <a:gd name="connsiteY194" fmla="*/ 2024996 h 2344739"/>
              <a:gd name="connsiteX195" fmla="*/ 2208578 w 12192001"/>
              <a:gd name="connsiteY195" fmla="*/ 2019763 h 2344739"/>
              <a:gd name="connsiteX196" fmla="*/ 2094665 w 12192001"/>
              <a:gd name="connsiteY196" fmla="*/ 2003052 h 2344739"/>
              <a:gd name="connsiteX197" fmla="*/ 1997356 w 12192001"/>
              <a:gd name="connsiteY197" fmla="*/ 1995032 h 2344739"/>
              <a:gd name="connsiteX198" fmla="*/ 1928172 w 12192001"/>
              <a:gd name="connsiteY198" fmla="*/ 2016977 h 2344739"/>
              <a:gd name="connsiteX199" fmla="*/ 1921650 w 12192001"/>
              <a:gd name="connsiteY199" fmla="*/ 2012146 h 2344739"/>
              <a:gd name="connsiteX200" fmla="*/ 1873080 w 12192001"/>
              <a:gd name="connsiteY200" fmla="*/ 2013741 h 2344739"/>
              <a:gd name="connsiteX201" fmla="*/ 1786655 w 12192001"/>
              <a:gd name="connsiteY201" fmla="*/ 2041363 h 2344739"/>
              <a:gd name="connsiteX202" fmla="*/ 1738204 w 12192001"/>
              <a:gd name="connsiteY202" fmla="*/ 2036312 h 2344739"/>
              <a:gd name="connsiteX203" fmla="*/ 1675071 w 12192001"/>
              <a:gd name="connsiteY203" fmla="*/ 2019963 h 2344739"/>
              <a:gd name="connsiteX204" fmla="*/ 1608669 w 12192001"/>
              <a:gd name="connsiteY204" fmla="*/ 2013066 h 2344739"/>
              <a:gd name="connsiteX205" fmla="*/ 1496110 w 12192001"/>
              <a:gd name="connsiteY205" fmla="*/ 1987476 h 2344739"/>
              <a:gd name="connsiteX206" fmla="*/ 1149979 w 12192001"/>
              <a:gd name="connsiteY206" fmla="*/ 1938041 h 2344739"/>
              <a:gd name="connsiteX207" fmla="*/ 858269 w 12192001"/>
              <a:gd name="connsiteY207" fmla="*/ 1928608 h 2344739"/>
              <a:gd name="connsiteX208" fmla="*/ 837540 w 12192001"/>
              <a:gd name="connsiteY208" fmla="*/ 1929821 h 2344739"/>
              <a:gd name="connsiteX209" fmla="*/ 816809 w 12192001"/>
              <a:gd name="connsiteY209" fmla="*/ 1927857 h 2344739"/>
              <a:gd name="connsiteX210" fmla="*/ 811506 w 12192001"/>
              <a:gd name="connsiteY210" fmla="*/ 1930751 h 2344739"/>
              <a:gd name="connsiteX211" fmla="*/ 720047 w 12192001"/>
              <a:gd name="connsiteY211" fmla="*/ 1929661 h 2344739"/>
              <a:gd name="connsiteX212" fmla="*/ 719742 w 12192001"/>
              <a:gd name="connsiteY212" fmla="*/ 1928399 h 2344739"/>
              <a:gd name="connsiteX213" fmla="*/ 708875 w 12192001"/>
              <a:gd name="connsiteY213" fmla="*/ 1922722 h 2344739"/>
              <a:gd name="connsiteX214" fmla="*/ 596792 w 12192001"/>
              <a:gd name="connsiteY214" fmla="*/ 1879864 h 2344739"/>
              <a:gd name="connsiteX215" fmla="*/ 578535 w 12192001"/>
              <a:gd name="connsiteY215" fmla="*/ 1877212 h 2344739"/>
              <a:gd name="connsiteX216" fmla="*/ 571717 w 12192001"/>
              <a:gd name="connsiteY216" fmla="*/ 1877401 h 2344739"/>
              <a:gd name="connsiteX217" fmla="*/ 445099 w 12192001"/>
              <a:gd name="connsiteY217" fmla="*/ 1839371 h 2344739"/>
              <a:gd name="connsiteX218" fmla="*/ 404015 w 12192001"/>
              <a:gd name="connsiteY218" fmla="*/ 1833548 h 2344739"/>
              <a:gd name="connsiteX219" fmla="*/ 292435 w 12192001"/>
              <a:gd name="connsiteY219" fmla="*/ 1812852 h 2344739"/>
              <a:gd name="connsiteX220" fmla="*/ 118381 w 12192001"/>
              <a:gd name="connsiteY220" fmla="*/ 1761047 h 2344739"/>
              <a:gd name="connsiteX221" fmla="*/ 15526 w 12192001"/>
              <a:gd name="connsiteY221" fmla="*/ 1758191 h 2344739"/>
              <a:gd name="connsiteX222" fmla="*/ 2 w 12192001"/>
              <a:gd name="connsiteY222" fmla="*/ 1752722 h 2344739"/>
              <a:gd name="connsiteX223" fmla="*/ 1 w 12192001"/>
              <a:gd name="connsiteY223" fmla="*/ 762497 h 2344739"/>
              <a:gd name="connsiteX224" fmla="*/ 0 w 12192001"/>
              <a:gd name="connsiteY224" fmla="*/ 222213 h 2344739"/>
              <a:gd name="connsiteX225" fmla="*/ 0 w 12192001"/>
              <a:gd name="connsiteY225"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53521 w 12193149"/>
              <a:gd name="connsiteY90" fmla="*/ 1957169 h 2344739"/>
              <a:gd name="connsiteX91" fmla="*/ 8321252 w 12193149"/>
              <a:gd name="connsiteY91" fmla="*/ 1974587 h 2344739"/>
              <a:gd name="connsiteX92" fmla="*/ 8315581 w 12193149"/>
              <a:gd name="connsiteY92" fmla="*/ 1974913 h 2344739"/>
              <a:gd name="connsiteX93" fmla="*/ 8296322 w 12193149"/>
              <a:gd name="connsiteY93" fmla="*/ 1988808 h 2344739"/>
              <a:gd name="connsiteX94" fmla="*/ 8285424 w 12193149"/>
              <a:gd name="connsiteY94" fmla="*/ 1994631 h 2344739"/>
              <a:gd name="connsiteX95" fmla="*/ 8284298 w 12193149"/>
              <a:gd name="connsiteY95" fmla="*/ 1999074 h 2344739"/>
              <a:gd name="connsiteX96" fmla="*/ 8267224 w 12193149"/>
              <a:gd name="connsiteY96" fmla="*/ 2006249 h 2344739"/>
              <a:gd name="connsiteX97" fmla="*/ 8264525 w 12193149"/>
              <a:gd name="connsiteY97" fmla="*/ 2006019 h 2344739"/>
              <a:gd name="connsiteX98" fmla="*/ 8253181 w 12193149"/>
              <a:gd name="connsiteY98" fmla="*/ 2015862 h 2344739"/>
              <a:gd name="connsiteX99" fmla="*/ 8246982 w 12193149"/>
              <a:gd name="connsiteY99" fmla="*/ 2028854 h 2344739"/>
              <a:gd name="connsiteX100" fmla="*/ 8091420 w 12193149"/>
              <a:gd name="connsiteY100" fmla="*/ 2075015 h 2344739"/>
              <a:gd name="connsiteX101" fmla="*/ 7906555 w 12193149"/>
              <a:gd name="connsiteY101" fmla="*/ 2116988 h 2344739"/>
              <a:gd name="connsiteX102" fmla="*/ 7719893 w 12193149"/>
              <a:gd name="connsiteY102" fmla="*/ 2142703 h 2344739"/>
              <a:gd name="connsiteX103" fmla="*/ 7615495 w 12193149"/>
              <a:gd name="connsiteY103" fmla="*/ 2139232 h 2344739"/>
              <a:gd name="connsiteX104" fmla="*/ 7528691 w 12193149"/>
              <a:gd name="connsiteY104" fmla="*/ 2145060 h 2344739"/>
              <a:gd name="connsiteX105" fmla="*/ 7520719 w 12193149"/>
              <a:gd name="connsiteY105" fmla="*/ 2147613 h 2344739"/>
              <a:gd name="connsiteX106" fmla="*/ 7508559 w 12193149"/>
              <a:gd name="connsiteY106" fmla="*/ 2148948 h 2344739"/>
              <a:gd name="connsiteX107" fmla="*/ 7508188 w 12193149"/>
              <a:gd name="connsiteY107" fmla="*/ 2148621 h 2344739"/>
              <a:gd name="connsiteX108" fmla="*/ 7496943 w 12193149"/>
              <a:gd name="connsiteY108" fmla="*/ 2150573 h 2344739"/>
              <a:gd name="connsiteX109" fmla="*/ 7406539 w 12193149"/>
              <a:gd name="connsiteY109" fmla="*/ 2142468 h 2344739"/>
              <a:gd name="connsiteX110" fmla="*/ 7219707 w 12193149"/>
              <a:gd name="connsiteY110" fmla="*/ 2156680 h 2344739"/>
              <a:gd name="connsiteX111" fmla="*/ 7202249 w 12193149"/>
              <a:gd name="connsiteY111" fmla="*/ 2161230 h 2344739"/>
              <a:gd name="connsiteX112" fmla="*/ 7198152 w 12193149"/>
              <a:gd name="connsiteY112" fmla="*/ 2166588 h 2344739"/>
              <a:gd name="connsiteX113" fmla="*/ 7171956 w 12193149"/>
              <a:gd name="connsiteY113" fmla="*/ 2171236 h 2344739"/>
              <a:gd name="connsiteX114" fmla="*/ 7098136 w 12193149"/>
              <a:gd name="connsiteY114" fmla="*/ 2183464 h 2344739"/>
              <a:gd name="connsiteX115" fmla="*/ 7019644 w 12193149"/>
              <a:gd name="connsiteY115" fmla="*/ 2183090 h 2344739"/>
              <a:gd name="connsiteX116" fmla="*/ 6905294 w 12193149"/>
              <a:gd name="connsiteY116" fmla="*/ 2212596 h 2344739"/>
              <a:gd name="connsiteX117" fmla="*/ 6709370 w 12193149"/>
              <a:gd name="connsiteY117" fmla="*/ 2240551 h 2344739"/>
              <a:gd name="connsiteX118" fmla="*/ 6550602 w 12193149"/>
              <a:gd name="connsiteY118" fmla="*/ 2269327 h 2344739"/>
              <a:gd name="connsiteX119" fmla="*/ 6318708 w 12193149"/>
              <a:gd name="connsiteY119" fmla="*/ 2316127 h 2344739"/>
              <a:gd name="connsiteX120" fmla="*/ 6169822 w 12193149"/>
              <a:gd name="connsiteY120" fmla="*/ 2318214 h 2344739"/>
              <a:gd name="connsiteX121" fmla="*/ 6074996 w 12193149"/>
              <a:gd name="connsiteY121" fmla="*/ 2338676 h 2344739"/>
              <a:gd name="connsiteX122" fmla="*/ 6069677 w 12193149"/>
              <a:gd name="connsiteY122" fmla="*/ 2337139 h 2344739"/>
              <a:gd name="connsiteX123" fmla="*/ 6049786 w 12193149"/>
              <a:gd name="connsiteY123" fmla="*/ 2337822 h 2344739"/>
              <a:gd name="connsiteX124" fmla="*/ 6042433 w 12193149"/>
              <a:gd name="connsiteY124" fmla="*/ 2329473 h 2344739"/>
              <a:gd name="connsiteX125" fmla="*/ 6011238 w 12193149"/>
              <a:gd name="connsiteY125" fmla="*/ 2324380 h 2344739"/>
              <a:gd name="connsiteX126" fmla="*/ 5958523 w 12193149"/>
              <a:gd name="connsiteY126" fmla="*/ 2328024 h 2344739"/>
              <a:gd name="connsiteX127" fmla="*/ 5760067 w 12193149"/>
              <a:gd name="connsiteY127" fmla="*/ 2343716 h 2344739"/>
              <a:gd name="connsiteX128" fmla="*/ 5628108 w 12193149"/>
              <a:gd name="connsiteY128" fmla="*/ 2344739 h 2344739"/>
              <a:gd name="connsiteX129" fmla="*/ 5472054 w 12193149"/>
              <a:gd name="connsiteY129" fmla="*/ 2330719 h 2344739"/>
              <a:gd name="connsiteX130" fmla="*/ 5433909 w 12193149"/>
              <a:gd name="connsiteY130" fmla="*/ 2319466 h 2344739"/>
              <a:gd name="connsiteX131" fmla="*/ 5382817 w 12193149"/>
              <a:gd name="connsiteY131" fmla="*/ 2301764 h 2344739"/>
              <a:gd name="connsiteX132" fmla="*/ 5262912 w 12193149"/>
              <a:gd name="connsiteY132" fmla="*/ 2281347 h 2344739"/>
              <a:gd name="connsiteX133" fmla="*/ 5224109 w 12193149"/>
              <a:gd name="connsiteY133" fmla="*/ 2270223 h 2344739"/>
              <a:gd name="connsiteX134" fmla="*/ 5175808 w 12193149"/>
              <a:gd name="connsiteY134" fmla="*/ 2267233 h 2344739"/>
              <a:gd name="connsiteX135" fmla="*/ 5157702 w 12193149"/>
              <a:gd name="connsiteY135" fmla="*/ 2260010 h 2344739"/>
              <a:gd name="connsiteX136" fmla="*/ 5143747 w 12193149"/>
              <a:gd name="connsiteY136" fmla="*/ 2256610 h 2344739"/>
              <a:gd name="connsiteX137" fmla="*/ 5140744 w 12193149"/>
              <a:gd name="connsiteY137" fmla="*/ 2254509 h 2344739"/>
              <a:gd name="connsiteX138" fmla="*/ 5122807 w 12193149"/>
              <a:gd name="connsiteY138" fmla="*/ 2243656 h 2344739"/>
              <a:gd name="connsiteX139" fmla="*/ 5066938 w 12193149"/>
              <a:gd name="connsiteY139" fmla="*/ 2250227 h 2344739"/>
              <a:gd name="connsiteX140" fmla="*/ 5012662 w 12193149"/>
              <a:gd name="connsiteY140" fmla="*/ 2233846 h 2344739"/>
              <a:gd name="connsiteX141" fmla="*/ 4841589 w 12193149"/>
              <a:gd name="connsiteY141" fmla="*/ 2209829 h 2344739"/>
              <a:gd name="connsiteX142" fmla="*/ 4763595 w 12193149"/>
              <a:gd name="connsiteY142" fmla="*/ 2182061 h 2344739"/>
              <a:gd name="connsiteX143" fmla="*/ 4724334 w 12193149"/>
              <a:gd name="connsiteY143" fmla="*/ 2173047 h 2344739"/>
              <a:gd name="connsiteX144" fmla="*/ 4722324 w 12193149"/>
              <a:gd name="connsiteY144" fmla="*/ 2172298 h 2344739"/>
              <a:gd name="connsiteX145" fmla="*/ 4723259 w 12193149"/>
              <a:gd name="connsiteY145" fmla="*/ 2172087 h 2344739"/>
              <a:gd name="connsiteX146" fmla="*/ 4718350 w 12193149"/>
              <a:gd name="connsiteY146" fmla="*/ 2170817 h 2344739"/>
              <a:gd name="connsiteX147" fmla="*/ 4722324 w 12193149"/>
              <a:gd name="connsiteY147" fmla="*/ 2172298 h 2344739"/>
              <a:gd name="connsiteX148" fmla="*/ 4716674 w 12193149"/>
              <a:gd name="connsiteY148" fmla="*/ 2173573 h 2344739"/>
              <a:gd name="connsiteX149" fmla="*/ 4516962 w 12193149"/>
              <a:gd name="connsiteY149" fmla="*/ 2163671 h 2344739"/>
              <a:gd name="connsiteX150" fmla="*/ 4429691 w 12193149"/>
              <a:gd name="connsiteY150" fmla="*/ 2153020 h 2344739"/>
              <a:gd name="connsiteX151" fmla="*/ 4364023 w 12193149"/>
              <a:gd name="connsiteY151" fmla="*/ 2151674 h 2344739"/>
              <a:gd name="connsiteX152" fmla="*/ 4318114 w 12193149"/>
              <a:gd name="connsiteY152" fmla="*/ 2158289 h 2344739"/>
              <a:gd name="connsiteX153" fmla="*/ 4316258 w 12193149"/>
              <a:gd name="connsiteY153" fmla="*/ 2156948 h 2344739"/>
              <a:gd name="connsiteX154" fmla="*/ 4296292 w 12193149"/>
              <a:gd name="connsiteY154" fmla="*/ 2155069 h 2344739"/>
              <a:gd name="connsiteX155" fmla="*/ 4291212 w 12193149"/>
              <a:gd name="connsiteY155" fmla="*/ 2157986 h 2344739"/>
              <a:gd name="connsiteX156" fmla="*/ 4277290 w 12193149"/>
              <a:gd name="connsiteY156" fmla="*/ 2157740 h 2344739"/>
              <a:gd name="connsiteX157" fmla="*/ 4249265 w 12193149"/>
              <a:gd name="connsiteY157" fmla="*/ 2160064 h 2344739"/>
              <a:gd name="connsiteX158" fmla="*/ 4203199 w 12193149"/>
              <a:gd name="connsiteY158" fmla="*/ 2157269 h 2344739"/>
              <a:gd name="connsiteX159" fmla="*/ 4202893 w 12193149"/>
              <a:gd name="connsiteY159" fmla="*/ 2156010 h 2344739"/>
              <a:gd name="connsiteX160" fmla="*/ 4192396 w 12193149"/>
              <a:gd name="connsiteY160" fmla="*/ 2150376 h 2344739"/>
              <a:gd name="connsiteX161" fmla="*/ 4143893 w 12193149"/>
              <a:gd name="connsiteY161" fmla="*/ 2134511 h 2344739"/>
              <a:gd name="connsiteX162" fmla="*/ 4084245 w 12193149"/>
              <a:gd name="connsiteY162" fmla="*/ 2107978 h 2344739"/>
              <a:gd name="connsiteX163" fmla="*/ 4075694 w 12193149"/>
              <a:gd name="connsiteY163" fmla="*/ 2107143 h 2344739"/>
              <a:gd name="connsiteX164" fmla="*/ 4075575 w 12193149"/>
              <a:gd name="connsiteY164" fmla="*/ 2106844 h 2344739"/>
              <a:gd name="connsiteX165" fmla="*/ 4066658 w 12193149"/>
              <a:gd name="connsiteY165" fmla="*/ 2105400 h 2344739"/>
              <a:gd name="connsiteX166" fmla="*/ 4060102 w 12193149"/>
              <a:gd name="connsiteY166" fmla="*/ 2105618 h 2344739"/>
              <a:gd name="connsiteX167" fmla="*/ 4043512 w 12193149"/>
              <a:gd name="connsiteY167" fmla="*/ 2103997 h 2344739"/>
              <a:gd name="connsiteX168" fmla="*/ 4038145 w 12193149"/>
              <a:gd name="connsiteY168" fmla="*/ 2101563 h 2344739"/>
              <a:gd name="connsiteX169" fmla="*/ 4036511 w 12193149"/>
              <a:gd name="connsiteY169" fmla="*/ 2097896 h 2344739"/>
              <a:gd name="connsiteX170" fmla="*/ 4034926 w 12193149"/>
              <a:gd name="connsiteY170" fmla="*/ 2098131 h 2344739"/>
              <a:gd name="connsiteX171" fmla="*/ 4005686 w 12193149"/>
              <a:gd name="connsiteY171" fmla="*/ 2085563 h 2344739"/>
              <a:gd name="connsiteX172" fmla="*/ 3937994 w 12193149"/>
              <a:gd name="connsiteY172" fmla="*/ 2068106 h 2344739"/>
              <a:gd name="connsiteX173" fmla="*/ 3898423 w 12193149"/>
              <a:gd name="connsiteY173" fmla="*/ 2062451 h 2344739"/>
              <a:gd name="connsiteX174" fmla="*/ 3790908 w 12193149"/>
              <a:gd name="connsiteY174" fmla="*/ 2042213 h 2344739"/>
              <a:gd name="connsiteX175" fmla="*/ 3683661 w 12193149"/>
              <a:gd name="connsiteY175" fmla="*/ 2018290 h 2344739"/>
              <a:gd name="connsiteX176" fmla="*/ 3611183 w 12193149"/>
              <a:gd name="connsiteY176" fmla="*/ 1986019 h 2344739"/>
              <a:gd name="connsiteX177" fmla="*/ 3605003 w 12193149"/>
              <a:gd name="connsiteY177" fmla="*/ 1987381 h 2344739"/>
              <a:gd name="connsiteX178" fmla="*/ 3595884 w 12193149"/>
              <a:gd name="connsiteY178" fmla="*/ 1987545 h 2344739"/>
              <a:gd name="connsiteX179" fmla="*/ 3595649 w 12193149"/>
              <a:gd name="connsiteY179" fmla="*/ 1987276 h 2344739"/>
              <a:gd name="connsiteX180" fmla="*/ 3587126 w 12193149"/>
              <a:gd name="connsiteY180" fmla="*/ 1987966 h 2344739"/>
              <a:gd name="connsiteX181" fmla="*/ 3537283 w 12193149"/>
              <a:gd name="connsiteY181" fmla="*/ 1978267 h 2344739"/>
              <a:gd name="connsiteX182" fmla="*/ 3474371 w 12193149"/>
              <a:gd name="connsiteY182" fmla="*/ 1974606 h 2344739"/>
              <a:gd name="connsiteX183" fmla="*/ 3401876 w 12193149"/>
              <a:gd name="connsiteY183" fmla="*/ 1962558 h 2344739"/>
              <a:gd name="connsiteX184" fmla="*/ 3365036 w 12193149"/>
              <a:gd name="connsiteY184" fmla="*/ 1979510 h 2344739"/>
              <a:gd name="connsiteX185" fmla="*/ 3345174 w 12193149"/>
              <a:gd name="connsiteY185" fmla="*/ 1981192 h 2344739"/>
              <a:gd name="connsiteX186" fmla="*/ 3342846 w 12193149"/>
              <a:gd name="connsiteY186" fmla="*/ 1980217 h 2344739"/>
              <a:gd name="connsiteX187" fmla="*/ 3263504 w 12193149"/>
              <a:gd name="connsiteY187" fmla="*/ 1986094 h 2344739"/>
              <a:gd name="connsiteX188" fmla="*/ 3143704 w 12193149"/>
              <a:gd name="connsiteY188" fmla="*/ 1993869 h 2344739"/>
              <a:gd name="connsiteX189" fmla="*/ 3031439 w 12193149"/>
              <a:gd name="connsiteY189" fmla="*/ 1996512 h 2344739"/>
              <a:gd name="connsiteX190" fmla="*/ 2782717 w 12193149"/>
              <a:gd name="connsiteY190" fmla="*/ 2018333 h 2344739"/>
              <a:gd name="connsiteX191" fmla="*/ 2647675 w 12193149"/>
              <a:gd name="connsiteY191" fmla="*/ 2028869 h 2344739"/>
              <a:gd name="connsiteX192" fmla="*/ 2569176 w 12193149"/>
              <a:gd name="connsiteY192" fmla="*/ 2002628 h 2344739"/>
              <a:gd name="connsiteX193" fmla="*/ 2444403 w 12193149"/>
              <a:gd name="connsiteY193" fmla="*/ 2016529 h 2344739"/>
              <a:gd name="connsiteX194" fmla="*/ 2316260 w 12193149"/>
              <a:gd name="connsiteY194" fmla="*/ 2024996 h 2344739"/>
              <a:gd name="connsiteX195" fmla="*/ 2209726 w 12193149"/>
              <a:gd name="connsiteY195" fmla="*/ 2019763 h 2344739"/>
              <a:gd name="connsiteX196" fmla="*/ 2095813 w 12193149"/>
              <a:gd name="connsiteY196" fmla="*/ 2003052 h 2344739"/>
              <a:gd name="connsiteX197" fmla="*/ 1998504 w 12193149"/>
              <a:gd name="connsiteY197" fmla="*/ 1995032 h 2344739"/>
              <a:gd name="connsiteX198" fmla="*/ 1929320 w 12193149"/>
              <a:gd name="connsiteY198" fmla="*/ 2016977 h 2344739"/>
              <a:gd name="connsiteX199" fmla="*/ 1922798 w 12193149"/>
              <a:gd name="connsiteY199" fmla="*/ 2012146 h 2344739"/>
              <a:gd name="connsiteX200" fmla="*/ 1874228 w 12193149"/>
              <a:gd name="connsiteY200" fmla="*/ 2013741 h 2344739"/>
              <a:gd name="connsiteX201" fmla="*/ 1787803 w 12193149"/>
              <a:gd name="connsiteY201" fmla="*/ 2041363 h 2344739"/>
              <a:gd name="connsiteX202" fmla="*/ 1739352 w 12193149"/>
              <a:gd name="connsiteY202" fmla="*/ 2036312 h 2344739"/>
              <a:gd name="connsiteX203" fmla="*/ 1676219 w 12193149"/>
              <a:gd name="connsiteY203" fmla="*/ 2019963 h 2344739"/>
              <a:gd name="connsiteX204" fmla="*/ 1609817 w 12193149"/>
              <a:gd name="connsiteY204" fmla="*/ 2013066 h 2344739"/>
              <a:gd name="connsiteX205" fmla="*/ 1497258 w 12193149"/>
              <a:gd name="connsiteY205" fmla="*/ 1987476 h 2344739"/>
              <a:gd name="connsiteX206" fmla="*/ 1151127 w 12193149"/>
              <a:gd name="connsiteY206" fmla="*/ 1938041 h 2344739"/>
              <a:gd name="connsiteX207" fmla="*/ 859417 w 12193149"/>
              <a:gd name="connsiteY207" fmla="*/ 1928608 h 2344739"/>
              <a:gd name="connsiteX208" fmla="*/ 838688 w 12193149"/>
              <a:gd name="connsiteY208" fmla="*/ 1929821 h 2344739"/>
              <a:gd name="connsiteX209" fmla="*/ 817957 w 12193149"/>
              <a:gd name="connsiteY209" fmla="*/ 1927857 h 2344739"/>
              <a:gd name="connsiteX210" fmla="*/ 812654 w 12193149"/>
              <a:gd name="connsiteY210" fmla="*/ 1930751 h 2344739"/>
              <a:gd name="connsiteX211" fmla="*/ 721195 w 12193149"/>
              <a:gd name="connsiteY211" fmla="*/ 1929661 h 2344739"/>
              <a:gd name="connsiteX212" fmla="*/ 720890 w 12193149"/>
              <a:gd name="connsiteY212" fmla="*/ 1928399 h 2344739"/>
              <a:gd name="connsiteX213" fmla="*/ 710023 w 12193149"/>
              <a:gd name="connsiteY213" fmla="*/ 1922722 h 2344739"/>
              <a:gd name="connsiteX214" fmla="*/ 597940 w 12193149"/>
              <a:gd name="connsiteY214" fmla="*/ 1879864 h 2344739"/>
              <a:gd name="connsiteX215" fmla="*/ 579683 w 12193149"/>
              <a:gd name="connsiteY215" fmla="*/ 1877212 h 2344739"/>
              <a:gd name="connsiteX216" fmla="*/ 572865 w 12193149"/>
              <a:gd name="connsiteY216" fmla="*/ 1877401 h 2344739"/>
              <a:gd name="connsiteX217" fmla="*/ 446247 w 12193149"/>
              <a:gd name="connsiteY217" fmla="*/ 1839371 h 2344739"/>
              <a:gd name="connsiteX218" fmla="*/ 405163 w 12193149"/>
              <a:gd name="connsiteY218" fmla="*/ 1833548 h 2344739"/>
              <a:gd name="connsiteX219" fmla="*/ 293583 w 12193149"/>
              <a:gd name="connsiteY219" fmla="*/ 1812852 h 2344739"/>
              <a:gd name="connsiteX220" fmla="*/ 119529 w 12193149"/>
              <a:gd name="connsiteY220" fmla="*/ 1761047 h 2344739"/>
              <a:gd name="connsiteX221" fmla="*/ 16674 w 12193149"/>
              <a:gd name="connsiteY221" fmla="*/ 1758191 h 2344739"/>
              <a:gd name="connsiteX222" fmla="*/ 1150 w 12193149"/>
              <a:gd name="connsiteY222" fmla="*/ 1752722 h 2344739"/>
              <a:gd name="connsiteX223" fmla="*/ 1148 w 12193149"/>
              <a:gd name="connsiteY223" fmla="*/ 222213 h 2344739"/>
              <a:gd name="connsiteX224" fmla="*/ 1148 w 12193149"/>
              <a:gd name="connsiteY224"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90394 w 12193149"/>
              <a:gd name="connsiteY68" fmla="*/ 1912467 h 2344739"/>
              <a:gd name="connsiteX69" fmla="*/ 9114960 w 12193149"/>
              <a:gd name="connsiteY69" fmla="*/ 1919069 h 2344739"/>
              <a:gd name="connsiteX70" fmla="*/ 9054601 w 12193149"/>
              <a:gd name="connsiteY70" fmla="*/ 1910755 h 2344739"/>
              <a:gd name="connsiteX71" fmla="*/ 9006634 w 12193149"/>
              <a:gd name="connsiteY71" fmla="*/ 1914040 h 2344739"/>
              <a:gd name="connsiteX72" fmla="*/ 9006349 w 12193149"/>
              <a:gd name="connsiteY72" fmla="*/ 1913800 h 2344739"/>
              <a:gd name="connsiteX73" fmla="*/ 8997380 w 12193149"/>
              <a:gd name="connsiteY73" fmla="*/ 1915011 h 2344739"/>
              <a:gd name="connsiteX74" fmla="*/ 8991542 w 12193149"/>
              <a:gd name="connsiteY74" fmla="*/ 1917072 h 2344739"/>
              <a:gd name="connsiteX75" fmla="*/ 8975485 w 12193149"/>
              <a:gd name="connsiteY75" fmla="*/ 1920298 h 2344739"/>
              <a:gd name="connsiteX76" fmla="*/ 8969159 w 12193149"/>
              <a:gd name="connsiteY76" fmla="*/ 1919598 h 2344739"/>
              <a:gd name="connsiteX77" fmla="*/ 8964196 w 12193149"/>
              <a:gd name="connsiteY77" fmla="*/ 1917373 h 2344739"/>
              <a:gd name="connsiteX78" fmla="*/ 8930136 w 12193149"/>
              <a:gd name="connsiteY78" fmla="*/ 1914185 h 2344739"/>
              <a:gd name="connsiteX79" fmla="*/ 8753592 w 12193149"/>
              <a:gd name="connsiteY79" fmla="*/ 1933417 h 2344739"/>
              <a:gd name="connsiteX80" fmla="*/ 8708995 w 12193149"/>
              <a:gd name="connsiteY80" fmla="*/ 1935518 h 2344739"/>
              <a:gd name="connsiteX81" fmla="*/ 8597219 w 12193149"/>
              <a:gd name="connsiteY81" fmla="*/ 1944090 h 2344739"/>
              <a:gd name="connsiteX82" fmla="*/ 8526378 w 12193149"/>
              <a:gd name="connsiteY82" fmla="*/ 1929248 h 2344739"/>
              <a:gd name="connsiteX83" fmla="*/ 8512131 w 12193149"/>
              <a:gd name="connsiteY83" fmla="*/ 1935163 h 2344739"/>
              <a:gd name="connsiteX84" fmla="*/ 8507315 w 12193149"/>
              <a:gd name="connsiteY84" fmla="*/ 1938164 h 2344739"/>
              <a:gd name="connsiteX85" fmla="*/ 8499116 w 12193149"/>
              <a:gd name="connsiteY85" fmla="*/ 1940902 h 2344739"/>
              <a:gd name="connsiteX86" fmla="*/ 8498742 w 12193149"/>
              <a:gd name="connsiteY86" fmla="*/ 1940723 h 2344739"/>
              <a:gd name="connsiteX87" fmla="*/ 8491397 w 12193149"/>
              <a:gd name="connsiteY87" fmla="*/ 1943773 h 2344739"/>
              <a:gd name="connsiteX88" fmla="*/ 8368330 w 12193149"/>
              <a:gd name="connsiteY88" fmla="*/ 1957815 h 2344739"/>
              <a:gd name="connsiteX89" fmla="*/ 8354947 w 12193149"/>
              <a:gd name="connsiteY89" fmla="*/ 1958009 h 2344739"/>
              <a:gd name="connsiteX90" fmla="*/ 8321252 w 12193149"/>
              <a:gd name="connsiteY90" fmla="*/ 1974587 h 2344739"/>
              <a:gd name="connsiteX91" fmla="*/ 8315581 w 12193149"/>
              <a:gd name="connsiteY91" fmla="*/ 1974913 h 2344739"/>
              <a:gd name="connsiteX92" fmla="*/ 8296322 w 12193149"/>
              <a:gd name="connsiteY92" fmla="*/ 1988808 h 2344739"/>
              <a:gd name="connsiteX93" fmla="*/ 8285424 w 12193149"/>
              <a:gd name="connsiteY93" fmla="*/ 1994631 h 2344739"/>
              <a:gd name="connsiteX94" fmla="*/ 8284298 w 12193149"/>
              <a:gd name="connsiteY94" fmla="*/ 1999074 h 2344739"/>
              <a:gd name="connsiteX95" fmla="*/ 8267224 w 12193149"/>
              <a:gd name="connsiteY95" fmla="*/ 2006249 h 2344739"/>
              <a:gd name="connsiteX96" fmla="*/ 8264525 w 12193149"/>
              <a:gd name="connsiteY96" fmla="*/ 2006019 h 2344739"/>
              <a:gd name="connsiteX97" fmla="*/ 8253181 w 12193149"/>
              <a:gd name="connsiteY97" fmla="*/ 2015862 h 2344739"/>
              <a:gd name="connsiteX98" fmla="*/ 8246982 w 12193149"/>
              <a:gd name="connsiteY98" fmla="*/ 2028854 h 2344739"/>
              <a:gd name="connsiteX99" fmla="*/ 8091420 w 12193149"/>
              <a:gd name="connsiteY99" fmla="*/ 2075015 h 2344739"/>
              <a:gd name="connsiteX100" fmla="*/ 7906555 w 12193149"/>
              <a:gd name="connsiteY100" fmla="*/ 2116988 h 2344739"/>
              <a:gd name="connsiteX101" fmla="*/ 7719893 w 12193149"/>
              <a:gd name="connsiteY101" fmla="*/ 2142703 h 2344739"/>
              <a:gd name="connsiteX102" fmla="*/ 7615495 w 12193149"/>
              <a:gd name="connsiteY102" fmla="*/ 2139232 h 2344739"/>
              <a:gd name="connsiteX103" fmla="*/ 7528691 w 12193149"/>
              <a:gd name="connsiteY103" fmla="*/ 2145060 h 2344739"/>
              <a:gd name="connsiteX104" fmla="*/ 7520719 w 12193149"/>
              <a:gd name="connsiteY104" fmla="*/ 2147613 h 2344739"/>
              <a:gd name="connsiteX105" fmla="*/ 7508559 w 12193149"/>
              <a:gd name="connsiteY105" fmla="*/ 2148948 h 2344739"/>
              <a:gd name="connsiteX106" fmla="*/ 7508188 w 12193149"/>
              <a:gd name="connsiteY106" fmla="*/ 2148621 h 2344739"/>
              <a:gd name="connsiteX107" fmla="*/ 7496943 w 12193149"/>
              <a:gd name="connsiteY107" fmla="*/ 2150573 h 2344739"/>
              <a:gd name="connsiteX108" fmla="*/ 7406539 w 12193149"/>
              <a:gd name="connsiteY108" fmla="*/ 2142468 h 2344739"/>
              <a:gd name="connsiteX109" fmla="*/ 7219707 w 12193149"/>
              <a:gd name="connsiteY109" fmla="*/ 2156680 h 2344739"/>
              <a:gd name="connsiteX110" fmla="*/ 7202249 w 12193149"/>
              <a:gd name="connsiteY110" fmla="*/ 2161230 h 2344739"/>
              <a:gd name="connsiteX111" fmla="*/ 7198152 w 12193149"/>
              <a:gd name="connsiteY111" fmla="*/ 2166588 h 2344739"/>
              <a:gd name="connsiteX112" fmla="*/ 7171956 w 12193149"/>
              <a:gd name="connsiteY112" fmla="*/ 2171236 h 2344739"/>
              <a:gd name="connsiteX113" fmla="*/ 7098136 w 12193149"/>
              <a:gd name="connsiteY113" fmla="*/ 2183464 h 2344739"/>
              <a:gd name="connsiteX114" fmla="*/ 7019644 w 12193149"/>
              <a:gd name="connsiteY114" fmla="*/ 2183090 h 2344739"/>
              <a:gd name="connsiteX115" fmla="*/ 6905294 w 12193149"/>
              <a:gd name="connsiteY115" fmla="*/ 2212596 h 2344739"/>
              <a:gd name="connsiteX116" fmla="*/ 6709370 w 12193149"/>
              <a:gd name="connsiteY116" fmla="*/ 2240551 h 2344739"/>
              <a:gd name="connsiteX117" fmla="*/ 6550602 w 12193149"/>
              <a:gd name="connsiteY117" fmla="*/ 2269327 h 2344739"/>
              <a:gd name="connsiteX118" fmla="*/ 6318708 w 12193149"/>
              <a:gd name="connsiteY118" fmla="*/ 2316127 h 2344739"/>
              <a:gd name="connsiteX119" fmla="*/ 6169822 w 12193149"/>
              <a:gd name="connsiteY119" fmla="*/ 2318214 h 2344739"/>
              <a:gd name="connsiteX120" fmla="*/ 6074996 w 12193149"/>
              <a:gd name="connsiteY120" fmla="*/ 2338676 h 2344739"/>
              <a:gd name="connsiteX121" fmla="*/ 6069677 w 12193149"/>
              <a:gd name="connsiteY121" fmla="*/ 2337139 h 2344739"/>
              <a:gd name="connsiteX122" fmla="*/ 6049786 w 12193149"/>
              <a:gd name="connsiteY122" fmla="*/ 2337822 h 2344739"/>
              <a:gd name="connsiteX123" fmla="*/ 6042433 w 12193149"/>
              <a:gd name="connsiteY123" fmla="*/ 2329473 h 2344739"/>
              <a:gd name="connsiteX124" fmla="*/ 6011238 w 12193149"/>
              <a:gd name="connsiteY124" fmla="*/ 2324380 h 2344739"/>
              <a:gd name="connsiteX125" fmla="*/ 5958523 w 12193149"/>
              <a:gd name="connsiteY125" fmla="*/ 2328024 h 2344739"/>
              <a:gd name="connsiteX126" fmla="*/ 5760067 w 12193149"/>
              <a:gd name="connsiteY126" fmla="*/ 2343716 h 2344739"/>
              <a:gd name="connsiteX127" fmla="*/ 5628108 w 12193149"/>
              <a:gd name="connsiteY127" fmla="*/ 2344739 h 2344739"/>
              <a:gd name="connsiteX128" fmla="*/ 5472054 w 12193149"/>
              <a:gd name="connsiteY128" fmla="*/ 2330719 h 2344739"/>
              <a:gd name="connsiteX129" fmla="*/ 5433909 w 12193149"/>
              <a:gd name="connsiteY129" fmla="*/ 2319466 h 2344739"/>
              <a:gd name="connsiteX130" fmla="*/ 5382817 w 12193149"/>
              <a:gd name="connsiteY130" fmla="*/ 2301764 h 2344739"/>
              <a:gd name="connsiteX131" fmla="*/ 5262912 w 12193149"/>
              <a:gd name="connsiteY131" fmla="*/ 2281347 h 2344739"/>
              <a:gd name="connsiteX132" fmla="*/ 5224109 w 12193149"/>
              <a:gd name="connsiteY132" fmla="*/ 2270223 h 2344739"/>
              <a:gd name="connsiteX133" fmla="*/ 5175808 w 12193149"/>
              <a:gd name="connsiteY133" fmla="*/ 2267233 h 2344739"/>
              <a:gd name="connsiteX134" fmla="*/ 5157702 w 12193149"/>
              <a:gd name="connsiteY134" fmla="*/ 2260010 h 2344739"/>
              <a:gd name="connsiteX135" fmla="*/ 5143747 w 12193149"/>
              <a:gd name="connsiteY135" fmla="*/ 2256610 h 2344739"/>
              <a:gd name="connsiteX136" fmla="*/ 5140744 w 12193149"/>
              <a:gd name="connsiteY136" fmla="*/ 2254509 h 2344739"/>
              <a:gd name="connsiteX137" fmla="*/ 5122807 w 12193149"/>
              <a:gd name="connsiteY137" fmla="*/ 2243656 h 2344739"/>
              <a:gd name="connsiteX138" fmla="*/ 5066938 w 12193149"/>
              <a:gd name="connsiteY138" fmla="*/ 2250227 h 2344739"/>
              <a:gd name="connsiteX139" fmla="*/ 5012662 w 12193149"/>
              <a:gd name="connsiteY139" fmla="*/ 2233846 h 2344739"/>
              <a:gd name="connsiteX140" fmla="*/ 4841589 w 12193149"/>
              <a:gd name="connsiteY140" fmla="*/ 2209829 h 2344739"/>
              <a:gd name="connsiteX141" fmla="*/ 4763595 w 12193149"/>
              <a:gd name="connsiteY141" fmla="*/ 2182061 h 2344739"/>
              <a:gd name="connsiteX142" fmla="*/ 4724334 w 12193149"/>
              <a:gd name="connsiteY142" fmla="*/ 2173047 h 2344739"/>
              <a:gd name="connsiteX143" fmla="*/ 4722324 w 12193149"/>
              <a:gd name="connsiteY143" fmla="*/ 2172298 h 2344739"/>
              <a:gd name="connsiteX144" fmla="*/ 4723259 w 12193149"/>
              <a:gd name="connsiteY144" fmla="*/ 2172087 h 2344739"/>
              <a:gd name="connsiteX145" fmla="*/ 4718350 w 12193149"/>
              <a:gd name="connsiteY145" fmla="*/ 2170817 h 2344739"/>
              <a:gd name="connsiteX146" fmla="*/ 4722324 w 12193149"/>
              <a:gd name="connsiteY146" fmla="*/ 2172298 h 2344739"/>
              <a:gd name="connsiteX147" fmla="*/ 4716674 w 12193149"/>
              <a:gd name="connsiteY147" fmla="*/ 2173573 h 2344739"/>
              <a:gd name="connsiteX148" fmla="*/ 4516962 w 12193149"/>
              <a:gd name="connsiteY148" fmla="*/ 2163671 h 2344739"/>
              <a:gd name="connsiteX149" fmla="*/ 4429691 w 12193149"/>
              <a:gd name="connsiteY149" fmla="*/ 2153020 h 2344739"/>
              <a:gd name="connsiteX150" fmla="*/ 4364023 w 12193149"/>
              <a:gd name="connsiteY150" fmla="*/ 2151674 h 2344739"/>
              <a:gd name="connsiteX151" fmla="*/ 4318114 w 12193149"/>
              <a:gd name="connsiteY151" fmla="*/ 2158289 h 2344739"/>
              <a:gd name="connsiteX152" fmla="*/ 4316258 w 12193149"/>
              <a:gd name="connsiteY152" fmla="*/ 2156948 h 2344739"/>
              <a:gd name="connsiteX153" fmla="*/ 4296292 w 12193149"/>
              <a:gd name="connsiteY153" fmla="*/ 2155069 h 2344739"/>
              <a:gd name="connsiteX154" fmla="*/ 4291212 w 12193149"/>
              <a:gd name="connsiteY154" fmla="*/ 2157986 h 2344739"/>
              <a:gd name="connsiteX155" fmla="*/ 4277290 w 12193149"/>
              <a:gd name="connsiteY155" fmla="*/ 2157740 h 2344739"/>
              <a:gd name="connsiteX156" fmla="*/ 4249265 w 12193149"/>
              <a:gd name="connsiteY156" fmla="*/ 2160064 h 2344739"/>
              <a:gd name="connsiteX157" fmla="*/ 4203199 w 12193149"/>
              <a:gd name="connsiteY157" fmla="*/ 2157269 h 2344739"/>
              <a:gd name="connsiteX158" fmla="*/ 4202893 w 12193149"/>
              <a:gd name="connsiteY158" fmla="*/ 2156010 h 2344739"/>
              <a:gd name="connsiteX159" fmla="*/ 4192396 w 12193149"/>
              <a:gd name="connsiteY159" fmla="*/ 2150376 h 2344739"/>
              <a:gd name="connsiteX160" fmla="*/ 4143893 w 12193149"/>
              <a:gd name="connsiteY160" fmla="*/ 2134511 h 2344739"/>
              <a:gd name="connsiteX161" fmla="*/ 4084245 w 12193149"/>
              <a:gd name="connsiteY161" fmla="*/ 2107978 h 2344739"/>
              <a:gd name="connsiteX162" fmla="*/ 4075694 w 12193149"/>
              <a:gd name="connsiteY162" fmla="*/ 2107143 h 2344739"/>
              <a:gd name="connsiteX163" fmla="*/ 4075575 w 12193149"/>
              <a:gd name="connsiteY163" fmla="*/ 2106844 h 2344739"/>
              <a:gd name="connsiteX164" fmla="*/ 4066658 w 12193149"/>
              <a:gd name="connsiteY164" fmla="*/ 2105400 h 2344739"/>
              <a:gd name="connsiteX165" fmla="*/ 4060102 w 12193149"/>
              <a:gd name="connsiteY165" fmla="*/ 2105618 h 2344739"/>
              <a:gd name="connsiteX166" fmla="*/ 4043512 w 12193149"/>
              <a:gd name="connsiteY166" fmla="*/ 2103997 h 2344739"/>
              <a:gd name="connsiteX167" fmla="*/ 4038145 w 12193149"/>
              <a:gd name="connsiteY167" fmla="*/ 2101563 h 2344739"/>
              <a:gd name="connsiteX168" fmla="*/ 4036511 w 12193149"/>
              <a:gd name="connsiteY168" fmla="*/ 2097896 h 2344739"/>
              <a:gd name="connsiteX169" fmla="*/ 4034926 w 12193149"/>
              <a:gd name="connsiteY169" fmla="*/ 2098131 h 2344739"/>
              <a:gd name="connsiteX170" fmla="*/ 4005686 w 12193149"/>
              <a:gd name="connsiteY170" fmla="*/ 2085563 h 2344739"/>
              <a:gd name="connsiteX171" fmla="*/ 3937994 w 12193149"/>
              <a:gd name="connsiteY171" fmla="*/ 2068106 h 2344739"/>
              <a:gd name="connsiteX172" fmla="*/ 3898423 w 12193149"/>
              <a:gd name="connsiteY172" fmla="*/ 2062451 h 2344739"/>
              <a:gd name="connsiteX173" fmla="*/ 3790908 w 12193149"/>
              <a:gd name="connsiteY173" fmla="*/ 2042213 h 2344739"/>
              <a:gd name="connsiteX174" fmla="*/ 3683661 w 12193149"/>
              <a:gd name="connsiteY174" fmla="*/ 2018290 h 2344739"/>
              <a:gd name="connsiteX175" fmla="*/ 3611183 w 12193149"/>
              <a:gd name="connsiteY175" fmla="*/ 1986019 h 2344739"/>
              <a:gd name="connsiteX176" fmla="*/ 3605003 w 12193149"/>
              <a:gd name="connsiteY176" fmla="*/ 1987381 h 2344739"/>
              <a:gd name="connsiteX177" fmla="*/ 3595884 w 12193149"/>
              <a:gd name="connsiteY177" fmla="*/ 1987545 h 2344739"/>
              <a:gd name="connsiteX178" fmla="*/ 3595649 w 12193149"/>
              <a:gd name="connsiteY178" fmla="*/ 1987276 h 2344739"/>
              <a:gd name="connsiteX179" fmla="*/ 3587126 w 12193149"/>
              <a:gd name="connsiteY179" fmla="*/ 1987966 h 2344739"/>
              <a:gd name="connsiteX180" fmla="*/ 3537283 w 12193149"/>
              <a:gd name="connsiteY180" fmla="*/ 1978267 h 2344739"/>
              <a:gd name="connsiteX181" fmla="*/ 3474371 w 12193149"/>
              <a:gd name="connsiteY181" fmla="*/ 1974606 h 2344739"/>
              <a:gd name="connsiteX182" fmla="*/ 3401876 w 12193149"/>
              <a:gd name="connsiteY182" fmla="*/ 1962558 h 2344739"/>
              <a:gd name="connsiteX183" fmla="*/ 3365036 w 12193149"/>
              <a:gd name="connsiteY183" fmla="*/ 1979510 h 2344739"/>
              <a:gd name="connsiteX184" fmla="*/ 3345174 w 12193149"/>
              <a:gd name="connsiteY184" fmla="*/ 1981192 h 2344739"/>
              <a:gd name="connsiteX185" fmla="*/ 3342846 w 12193149"/>
              <a:gd name="connsiteY185" fmla="*/ 1980217 h 2344739"/>
              <a:gd name="connsiteX186" fmla="*/ 3263504 w 12193149"/>
              <a:gd name="connsiteY186" fmla="*/ 1986094 h 2344739"/>
              <a:gd name="connsiteX187" fmla="*/ 3143704 w 12193149"/>
              <a:gd name="connsiteY187" fmla="*/ 1993869 h 2344739"/>
              <a:gd name="connsiteX188" fmla="*/ 3031439 w 12193149"/>
              <a:gd name="connsiteY188" fmla="*/ 1996512 h 2344739"/>
              <a:gd name="connsiteX189" fmla="*/ 2782717 w 12193149"/>
              <a:gd name="connsiteY189" fmla="*/ 2018333 h 2344739"/>
              <a:gd name="connsiteX190" fmla="*/ 2647675 w 12193149"/>
              <a:gd name="connsiteY190" fmla="*/ 2028869 h 2344739"/>
              <a:gd name="connsiteX191" fmla="*/ 2569176 w 12193149"/>
              <a:gd name="connsiteY191" fmla="*/ 2002628 h 2344739"/>
              <a:gd name="connsiteX192" fmla="*/ 2444403 w 12193149"/>
              <a:gd name="connsiteY192" fmla="*/ 2016529 h 2344739"/>
              <a:gd name="connsiteX193" fmla="*/ 2316260 w 12193149"/>
              <a:gd name="connsiteY193" fmla="*/ 2024996 h 2344739"/>
              <a:gd name="connsiteX194" fmla="*/ 2209726 w 12193149"/>
              <a:gd name="connsiteY194" fmla="*/ 2019763 h 2344739"/>
              <a:gd name="connsiteX195" fmla="*/ 2095813 w 12193149"/>
              <a:gd name="connsiteY195" fmla="*/ 2003052 h 2344739"/>
              <a:gd name="connsiteX196" fmla="*/ 1998504 w 12193149"/>
              <a:gd name="connsiteY196" fmla="*/ 1995032 h 2344739"/>
              <a:gd name="connsiteX197" fmla="*/ 1929320 w 12193149"/>
              <a:gd name="connsiteY197" fmla="*/ 2016977 h 2344739"/>
              <a:gd name="connsiteX198" fmla="*/ 1922798 w 12193149"/>
              <a:gd name="connsiteY198" fmla="*/ 2012146 h 2344739"/>
              <a:gd name="connsiteX199" fmla="*/ 1874228 w 12193149"/>
              <a:gd name="connsiteY199" fmla="*/ 2013741 h 2344739"/>
              <a:gd name="connsiteX200" fmla="*/ 1787803 w 12193149"/>
              <a:gd name="connsiteY200" fmla="*/ 2041363 h 2344739"/>
              <a:gd name="connsiteX201" fmla="*/ 1739352 w 12193149"/>
              <a:gd name="connsiteY201" fmla="*/ 2036312 h 2344739"/>
              <a:gd name="connsiteX202" fmla="*/ 1676219 w 12193149"/>
              <a:gd name="connsiteY202" fmla="*/ 2019963 h 2344739"/>
              <a:gd name="connsiteX203" fmla="*/ 1609817 w 12193149"/>
              <a:gd name="connsiteY203" fmla="*/ 2013066 h 2344739"/>
              <a:gd name="connsiteX204" fmla="*/ 1497258 w 12193149"/>
              <a:gd name="connsiteY204" fmla="*/ 1987476 h 2344739"/>
              <a:gd name="connsiteX205" fmla="*/ 1151127 w 12193149"/>
              <a:gd name="connsiteY205" fmla="*/ 1938041 h 2344739"/>
              <a:gd name="connsiteX206" fmla="*/ 859417 w 12193149"/>
              <a:gd name="connsiteY206" fmla="*/ 1928608 h 2344739"/>
              <a:gd name="connsiteX207" fmla="*/ 838688 w 12193149"/>
              <a:gd name="connsiteY207" fmla="*/ 1929821 h 2344739"/>
              <a:gd name="connsiteX208" fmla="*/ 817957 w 12193149"/>
              <a:gd name="connsiteY208" fmla="*/ 1927857 h 2344739"/>
              <a:gd name="connsiteX209" fmla="*/ 812654 w 12193149"/>
              <a:gd name="connsiteY209" fmla="*/ 1930751 h 2344739"/>
              <a:gd name="connsiteX210" fmla="*/ 721195 w 12193149"/>
              <a:gd name="connsiteY210" fmla="*/ 1929661 h 2344739"/>
              <a:gd name="connsiteX211" fmla="*/ 720890 w 12193149"/>
              <a:gd name="connsiteY211" fmla="*/ 1928399 h 2344739"/>
              <a:gd name="connsiteX212" fmla="*/ 710023 w 12193149"/>
              <a:gd name="connsiteY212" fmla="*/ 1922722 h 2344739"/>
              <a:gd name="connsiteX213" fmla="*/ 597940 w 12193149"/>
              <a:gd name="connsiteY213" fmla="*/ 1879864 h 2344739"/>
              <a:gd name="connsiteX214" fmla="*/ 579683 w 12193149"/>
              <a:gd name="connsiteY214" fmla="*/ 1877212 h 2344739"/>
              <a:gd name="connsiteX215" fmla="*/ 572865 w 12193149"/>
              <a:gd name="connsiteY215" fmla="*/ 1877401 h 2344739"/>
              <a:gd name="connsiteX216" fmla="*/ 446247 w 12193149"/>
              <a:gd name="connsiteY216" fmla="*/ 1839371 h 2344739"/>
              <a:gd name="connsiteX217" fmla="*/ 405163 w 12193149"/>
              <a:gd name="connsiteY217" fmla="*/ 1833548 h 2344739"/>
              <a:gd name="connsiteX218" fmla="*/ 293583 w 12193149"/>
              <a:gd name="connsiteY218" fmla="*/ 1812852 h 2344739"/>
              <a:gd name="connsiteX219" fmla="*/ 119529 w 12193149"/>
              <a:gd name="connsiteY219" fmla="*/ 1761047 h 2344739"/>
              <a:gd name="connsiteX220" fmla="*/ 16674 w 12193149"/>
              <a:gd name="connsiteY220" fmla="*/ 1758191 h 2344739"/>
              <a:gd name="connsiteX221" fmla="*/ 1150 w 12193149"/>
              <a:gd name="connsiteY221" fmla="*/ 1752722 h 2344739"/>
              <a:gd name="connsiteX222" fmla="*/ 1148 w 12193149"/>
              <a:gd name="connsiteY222" fmla="*/ 222213 h 2344739"/>
              <a:gd name="connsiteX223" fmla="*/ 1148 w 12193149"/>
              <a:gd name="connsiteY223"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114960 w 12193149"/>
              <a:gd name="connsiteY68" fmla="*/ 1919069 h 2344739"/>
              <a:gd name="connsiteX69" fmla="*/ 9054601 w 12193149"/>
              <a:gd name="connsiteY69" fmla="*/ 1910755 h 2344739"/>
              <a:gd name="connsiteX70" fmla="*/ 9006634 w 12193149"/>
              <a:gd name="connsiteY70" fmla="*/ 1914040 h 2344739"/>
              <a:gd name="connsiteX71" fmla="*/ 9006349 w 12193149"/>
              <a:gd name="connsiteY71" fmla="*/ 1913800 h 2344739"/>
              <a:gd name="connsiteX72" fmla="*/ 8997380 w 12193149"/>
              <a:gd name="connsiteY72" fmla="*/ 1915011 h 2344739"/>
              <a:gd name="connsiteX73" fmla="*/ 8991542 w 12193149"/>
              <a:gd name="connsiteY73" fmla="*/ 1917072 h 2344739"/>
              <a:gd name="connsiteX74" fmla="*/ 8975485 w 12193149"/>
              <a:gd name="connsiteY74" fmla="*/ 1920298 h 2344739"/>
              <a:gd name="connsiteX75" fmla="*/ 8969159 w 12193149"/>
              <a:gd name="connsiteY75" fmla="*/ 1919598 h 2344739"/>
              <a:gd name="connsiteX76" fmla="*/ 8964196 w 12193149"/>
              <a:gd name="connsiteY76" fmla="*/ 1917373 h 2344739"/>
              <a:gd name="connsiteX77" fmla="*/ 8930136 w 12193149"/>
              <a:gd name="connsiteY77" fmla="*/ 1914185 h 2344739"/>
              <a:gd name="connsiteX78" fmla="*/ 8753592 w 12193149"/>
              <a:gd name="connsiteY78" fmla="*/ 1933417 h 2344739"/>
              <a:gd name="connsiteX79" fmla="*/ 8708995 w 12193149"/>
              <a:gd name="connsiteY79" fmla="*/ 1935518 h 2344739"/>
              <a:gd name="connsiteX80" fmla="*/ 8597219 w 12193149"/>
              <a:gd name="connsiteY80" fmla="*/ 1944090 h 2344739"/>
              <a:gd name="connsiteX81" fmla="*/ 8526378 w 12193149"/>
              <a:gd name="connsiteY81" fmla="*/ 1929248 h 2344739"/>
              <a:gd name="connsiteX82" fmla="*/ 8512131 w 12193149"/>
              <a:gd name="connsiteY82" fmla="*/ 1935163 h 2344739"/>
              <a:gd name="connsiteX83" fmla="*/ 8507315 w 12193149"/>
              <a:gd name="connsiteY83" fmla="*/ 1938164 h 2344739"/>
              <a:gd name="connsiteX84" fmla="*/ 8499116 w 12193149"/>
              <a:gd name="connsiteY84" fmla="*/ 1940902 h 2344739"/>
              <a:gd name="connsiteX85" fmla="*/ 8498742 w 12193149"/>
              <a:gd name="connsiteY85" fmla="*/ 1940723 h 2344739"/>
              <a:gd name="connsiteX86" fmla="*/ 8491397 w 12193149"/>
              <a:gd name="connsiteY86" fmla="*/ 1943773 h 2344739"/>
              <a:gd name="connsiteX87" fmla="*/ 8368330 w 12193149"/>
              <a:gd name="connsiteY87" fmla="*/ 1957815 h 2344739"/>
              <a:gd name="connsiteX88" fmla="*/ 8354947 w 12193149"/>
              <a:gd name="connsiteY88" fmla="*/ 1958009 h 2344739"/>
              <a:gd name="connsiteX89" fmla="*/ 8321252 w 12193149"/>
              <a:gd name="connsiteY89" fmla="*/ 1974587 h 2344739"/>
              <a:gd name="connsiteX90" fmla="*/ 8315581 w 12193149"/>
              <a:gd name="connsiteY90" fmla="*/ 1974913 h 2344739"/>
              <a:gd name="connsiteX91" fmla="*/ 8296322 w 12193149"/>
              <a:gd name="connsiteY91" fmla="*/ 1988808 h 2344739"/>
              <a:gd name="connsiteX92" fmla="*/ 8285424 w 12193149"/>
              <a:gd name="connsiteY92" fmla="*/ 1994631 h 2344739"/>
              <a:gd name="connsiteX93" fmla="*/ 8284298 w 12193149"/>
              <a:gd name="connsiteY93" fmla="*/ 1999074 h 2344739"/>
              <a:gd name="connsiteX94" fmla="*/ 8267224 w 12193149"/>
              <a:gd name="connsiteY94" fmla="*/ 2006249 h 2344739"/>
              <a:gd name="connsiteX95" fmla="*/ 8264525 w 12193149"/>
              <a:gd name="connsiteY95" fmla="*/ 2006019 h 2344739"/>
              <a:gd name="connsiteX96" fmla="*/ 8253181 w 12193149"/>
              <a:gd name="connsiteY96" fmla="*/ 2015862 h 2344739"/>
              <a:gd name="connsiteX97" fmla="*/ 8246982 w 12193149"/>
              <a:gd name="connsiteY97" fmla="*/ 2028854 h 2344739"/>
              <a:gd name="connsiteX98" fmla="*/ 8091420 w 12193149"/>
              <a:gd name="connsiteY98" fmla="*/ 2075015 h 2344739"/>
              <a:gd name="connsiteX99" fmla="*/ 7906555 w 12193149"/>
              <a:gd name="connsiteY99" fmla="*/ 2116988 h 2344739"/>
              <a:gd name="connsiteX100" fmla="*/ 7719893 w 12193149"/>
              <a:gd name="connsiteY100" fmla="*/ 2142703 h 2344739"/>
              <a:gd name="connsiteX101" fmla="*/ 7615495 w 12193149"/>
              <a:gd name="connsiteY101" fmla="*/ 2139232 h 2344739"/>
              <a:gd name="connsiteX102" fmla="*/ 7528691 w 12193149"/>
              <a:gd name="connsiteY102" fmla="*/ 2145060 h 2344739"/>
              <a:gd name="connsiteX103" fmla="*/ 7520719 w 12193149"/>
              <a:gd name="connsiteY103" fmla="*/ 2147613 h 2344739"/>
              <a:gd name="connsiteX104" fmla="*/ 7508559 w 12193149"/>
              <a:gd name="connsiteY104" fmla="*/ 2148948 h 2344739"/>
              <a:gd name="connsiteX105" fmla="*/ 7508188 w 12193149"/>
              <a:gd name="connsiteY105" fmla="*/ 2148621 h 2344739"/>
              <a:gd name="connsiteX106" fmla="*/ 7496943 w 12193149"/>
              <a:gd name="connsiteY106" fmla="*/ 2150573 h 2344739"/>
              <a:gd name="connsiteX107" fmla="*/ 7406539 w 12193149"/>
              <a:gd name="connsiteY107" fmla="*/ 2142468 h 2344739"/>
              <a:gd name="connsiteX108" fmla="*/ 7219707 w 12193149"/>
              <a:gd name="connsiteY108" fmla="*/ 2156680 h 2344739"/>
              <a:gd name="connsiteX109" fmla="*/ 7202249 w 12193149"/>
              <a:gd name="connsiteY109" fmla="*/ 2161230 h 2344739"/>
              <a:gd name="connsiteX110" fmla="*/ 7198152 w 12193149"/>
              <a:gd name="connsiteY110" fmla="*/ 2166588 h 2344739"/>
              <a:gd name="connsiteX111" fmla="*/ 7171956 w 12193149"/>
              <a:gd name="connsiteY111" fmla="*/ 2171236 h 2344739"/>
              <a:gd name="connsiteX112" fmla="*/ 7098136 w 12193149"/>
              <a:gd name="connsiteY112" fmla="*/ 2183464 h 2344739"/>
              <a:gd name="connsiteX113" fmla="*/ 7019644 w 12193149"/>
              <a:gd name="connsiteY113" fmla="*/ 2183090 h 2344739"/>
              <a:gd name="connsiteX114" fmla="*/ 6905294 w 12193149"/>
              <a:gd name="connsiteY114" fmla="*/ 2212596 h 2344739"/>
              <a:gd name="connsiteX115" fmla="*/ 6709370 w 12193149"/>
              <a:gd name="connsiteY115" fmla="*/ 2240551 h 2344739"/>
              <a:gd name="connsiteX116" fmla="*/ 6550602 w 12193149"/>
              <a:gd name="connsiteY116" fmla="*/ 2269327 h 2344739"/>
              <a:gd name="connsiteX117" fmla="*/ 6318708 w 12193149"/>
              <a:gd name="connsiteY117" fmla="*/ 2316127 h 2344739"/>
              <a:gd name="connsiteX118" fmla="*/ 6169822 w 12193149"/>
              <a:gd name="connsiteY118" fmla="*/ 2318214 h 2344739"/>
              <a:gd name="connsiteX119" fmla="*/ 6074996 w 12193149"/>
              <a:gd name="connsiteY119" fmla="*/ 2338676 h 2344739"/>
              <a:gd name="connsiteX120" fmla="*/ 6069677 w 12193149"/>
              <a:gd name="connsiteY120" fmla="*/ 2337139 h 2344739"/>
              <a:gd name="connsiteX121" fmla="*/ 6049786 w 12193149"/>
              <a:gd name="connsiteY121" fmla="*/ 2337822 h 2344739"/>
              <a:gd name="connsiteX122" fmla="*/ 6042433 w 12193149"/>
              <a:gd name="connsiteY122" fmla="*/ 2329473 h 2344739"/>
              <a:gd name="connsiteX123" fmla="*/ 6011238 w 12193149"/>
              <a:gd name="connsiteY123" fmla="*/ 2324380 h 2344739"/>
              <a:gd name="connsiteX124" fmla="*/ 5958523 w 12193149"/>
              <a:gd name="connsiteY124" fmla="*/ 2328024 h 2344739"/>
              <a:gd name="connsiteX125" fmla="*/ 5760067 w 12193149"/>
              <a:gd name="connsiteY125" fmla="*/ 2343716 h 2344739"/>
              <a:gd name="connsiteX126" fmla="*/ 5628108 w 12193149"/>
              <a:gd name="connsiteY126" fmla="*/ 2344739 h 2344739"/>
              <a:gd name="connsiteX127" fmla="*/ 5472054 w 12193149"/>
              <a:gd name="connsiteY127" fmla="*/ 2330719 h 2344739"/>
              <a:gd name="connsiteX128" fmla="*/ 5433909 w 12193149"/>
              <a:gd name="connsiteY128" fmla="*/ 2319466 h 2344739"/>
              <a:gd name="connsiteX129" fmla="*/ 5382817 w 12193149"/>
              <a:gd name="connsiteY129" fmla="*/ 2301764 h 2344739"/>
              <a:gd name="connsiteX130" fmla="*/ 5262912 w 12193149"/>
              <a:gd name="connsiteY130" fmla="*/ 2281347 h 2344739"/>
              <a:gd name="connsiteX131" fmla="*/ 5224109 w 12193149"/>
              <a:gd name="connsiteY131" fmla="*/ 2270223 h 2344739"/>
              <a:gd name="connsiteX132" fmla="*/ 5175808 w 12193149"/>
              <a:gd name="connsiteY132" fmla="*/ 2267233 h 2344739"/>
              <a:gd name="connsiteX133" fmla="*/ 5157702 w 12193149"/>
              <a:gd name="connsiteY133" fmla="*/ 2260010 h 2344739"/>
              <a:gd name="connsiteX134" fmla="*/ 5143747 w 12193149"/>
              <a:gd name="connsiteY134" fmla="*/ 2256610 h 2344739"/>
              <a:gd name="connsiteX135" fmla="*/ 5140744 w 12193149"/>
              <a:gd name="connsiteY135" fmla="*/ 2254509 h 2344739"/>
              <a:gd name="connsiteX136" fmla="*/ 5122807 w 12193149"/>
              <a:gd name="connsiteY136" fmla="*/ 2243656 h 2344739"/>
              <a:gd name="connsiteX137" fmla="*/ 5066938 w 12193149"/>
              <a:gd name="connsiteY137" fmla="*/ 2250227 h 2344739"/>
              <a:gd name="connsiteX138" fmla="*/ 5012662 w 12193149"/>
              <a:gd name="connsiteY138" fmla="*/ 2233846 h 2344739"/>
              <a:gd name="connsiteX139" fmla="*/ 4841589 w 12193149"/>
              <a:gd name="connsiteY139" fmla="*/ 2209829 h 2344739"/>
              <a:gd name="connsiteX140" fmla="*/ 4763595 w 12193149"/>
              <a:gd name="connsiteY140" fmla="*/ 2182061 h 2344739"/>
              <a:gd name="connsiteX141" fmla="*/ 4724334 w 12193149"/>
              <a:gd name="connsiteY141" fmla="*/ 2173047 h 2344739"/>
              <a:gd name="connsiteX142" fmla="*/ 4722324 w 12193149"/>
              <a:gd name="connsiteY142" fmla="*/ 2172298 h 2344739"/>
              <a:gd name="connsiteX143" fmla="*/ 4723259 w 12193149"/>
              <a:gd name="connsiteY143" fmla="*/ 2172087 h 2344739"/>
              <a:gd name="connsiteX144" fmla="*/ 4718350 w 12193149"/>
              <a:gd name="connsiteY144" fmla="*/ 2170817 h 2344739"/>
              <a:gd name="connsiteX145" fmla="*/ 4722324 w 12193149"/>
              <a:gd name="connsiteY145" fmla="*/ 2172298 h 2344739"/>
              <a:gd name="connsiteX146" fmla="*/ 4716674 w 12193149"/>
              <a:gd name="connsiteY146" fmla="*/ 2173573 h 2344739"/>
              <a:gd name="connsiteX147" fmla="*/ 4516962 w 12193149"/>
              <a:gd name="connsiteY147" fmla="*/ 2163671 h 2344739"/>
              <a:gd name="connsiteX148" fmla="*/ 4429691 w 12193149"/>
              <a:gd name="connsiteY148" fmla="*/ 2153020 h 2344739"/>
              <a:gd name="connsiteX149" fmla="*/ 4364023 w 12193149"/>
              <a:gd name="connsiteY149" fmla="*/ 2151674 h 2344739"/>
              <a:gd name="connsiteX150" fmla="*/ 4318114 w 12193149"/>
              <a:gd name="connsiteY150" fmla="*/ 2158289 h 2344739"/>
              <a:gd name="connsiteX151" fmla="*/ 4316258 w 12193149"/>
              <a:gd name="connsiteY151" fmla="*/ 2156948 h 2344739"/>
              <a:gd name="connsiteX152" fmla="*/ 4296292 w 12193149"/>
              <a:gd name="connsiteY152" fmla="*/ 2155069 h 2344739"/>
              <a:gd name="connsiteX153" fmla="*/ 4291212 w 12193149"/>
              <a:gd name="connsiteY153" fmla="*/ 2157986 h 2344739"/>
              <a:gd name="connsiteX154" fmla="*/ 4277290 w 12193149"/>
              <a:gd name="connsiteY154" fmla="*/ 2157740 h 2344739"/>
              <a:gd name="connsiteX155" fmla="*/ 4249265 w 12193149"/>
              <a:gd name="connsiteY155" fmla="*/ 2160064 h 2344739"/>
              <a:gd name="connsiteX156" fmla="*/ 4203199 w 12193149"/>
              <a:gd name="connsiteY156" fmla="*/ 2157269 h 2344739"/>
              <a:gd name="connsiteX157" fmla="*/ 4202893 w 12193149"/>
              <a:gd name="connsiteY157" fmla="*/ 2156010 h 2344739"/>
              <a:gd name="connsiteX158" fmla="*/ 4192396 w 12193149"/>
              <a:gd name="connsiteY158" fmla="*/ 2150376 h 2344739"/>
              <a:gd name="connsiteX159" fmla="*/ 4143893 w 12193149"/>
              <a:gd name="connsiteY159" fmla="*/ 2134511 h 2344739"/>
              <a:gd name="connsiteX160" fmla="*/ 4084245 w 12193149"/>
              <a:gd name="connsiteY160" fmla="*/ 2107978 h 2344739"/>
              <a:gd name="connsiteX161" fmla="*/ 4075694 w 12193149"/>
              <a:gd name="connsiteY161" fmla="*/ 2107143 h 2344739"/>
              <a:gd name="connsiteX162" fmla="*/ 4075575 w 12193149"/>
              <a:gd name="connsiteY162" fmla="*/ 2106844 h 2344739"/>
              <a:gd name="connsiteX163" fmla="*/ 4066658 w 12193149"/>
              <a:gd name="connsiteY163" fmla="*/ 2105400 h 2344739"/>
              <a:gd name="connsiteX164" fmla="*/ 4060102 w 12193149"/>
              <a:gd name="connsiteY164" fmla="*/ 2105618 h 2344739"/>
              <a:gd name="connsiteX165" fmla="*/ 4043512 w 12193149"/>
              <a:gd name="connsiteY165" fmla="*/ 2103997 h 2344739"/>
              <a:gd name="connsiteX166" fmla="*/ 4038145 w 12193149"/>
              <a:gd name="connsiteY166" fmla="*/ 2101563 h 2344739"/>
              <a:gd name="connsiteX167" fmla="*/ 4036511 w 12193149"/>
              <a:gd name="connsiteY167" fmla="*/ 2097896 h 2344739"/>
              <a:gd name="connsiteX168" fmla="*/ 4034926 w 12193149"/>
              <a:gd name="connsiteY168" fmla="*/ 2098131 h 2344739"/>
              <a:gd name="connsiteX169" fmla="*/ 4005686 w 12193149"/>
              <a:gd name="connsiteY169" fmla="*/ 2085563 h 2344739"/>
              <a:gd name="connsiteX170" fmla="*/ 3937994 w 12193149"/>
              <a:gd name="connsiteY170" fmla="*/ 2068106 h 2344739"/>
              <a:gd name="connsiteX171" fmla="*/ 3898423 w 12193149"/>
              <a:gd name="connsiteY171" fmla="*/ 2062451 h 2344739"/>
              <a:gd name="connsiteX172" fmla="*/ 3790908 w 12193149"/>
              <a:gd name="connsiteY172" fmla="*/ 2042213 h 2344739"/>
              <a:gd name="connsiteX173" fmla="*/ 3683661 w 12193149"/>
              <a:gd name="connsiteY173" fmla="*/ 2018290 h 2344739"/>
              <a:gd name="connsiteX174" fmla="*/ 3611183 w 12193149"/>
              <a:gd name="connsiteY174" fmla="*/ 1986019 h 2344739"/>
              <a:gd name="connsiteX175" fmla="*/ 3605003 w 12193149"/>
              <a:gd name="connsiteY175" fmla="*/ 1987381 h 2344739"/>
              <a:gd name="connsiteX176" fmla="*/ 3595884 w 12193149"/>
              <a:gd name="connsiteY176" fmla="*/ 1987545 h 2344739"/>
              <a:gd name="connsiteX177" fmla="*/ 3595649 w 12193149"/>
              <a:gd name="connsiteY177" fmla="*/ 1987276 h 2344739"/>
              <a:gd name="connsiteX178" fmla="*/ 3587126 w 12193149"/>
              <a:gd name="connsiteY178" fmla="*/ 1987966 h 2344739"/>
              <a:gd name="connsiteX179" fmla="*/ 3537283 w 12193149"/>
              <a:gd name="connsiteY179" fmla="*/ 1978267 h 2344739"/>
              <a:gd name="connsiteX180" fmla="*/ 3474371 w 12193149"/>
              <a:gd name="connsiteY180" fmla="*/ 1974606 h 2344739"/>
              <a:gd name="connsiteX181" fmla="*/ 3401876 w 12193149"/>
              <a:gd name="connsiteY181" fmla="*/ 1962558 h 2344739"/>
              <a:gd name="connsiteX182" fmla="*/ 3365036 w 12193149"/>
              <a:gd name="connsiteY182" fmla="*/ 1979510 h 2344739"/>
              <a:gd name="connsiteX183" fmla="*/ 3345174 w 12193149"/>
              <a:gd name="connsiteY183" fmla="*/ 1981192 h 2344739"/>
              <a:gd name="connsiteX184" fmla="*/ 3342846 w 12193149"/>
              <a:gd name="connsiteY184" fmla="*/ 1980217 h 2344739"/>
              <a:gd name="connsiteX185" fmla="*/ 3263504 w 12193149"/>
              <a:gd name="connsiteY185" fmla="*/ 1986094 h 2344739"/>
              <a:gd name="connsiteX186" fmla="*/ 3143704 w 12193149"/>
              <a:gd name="connsiteY186" fmla="*/ 1993869 h 2344739"/>
              <a:gd name="connsiteX187" fmla="*/ 3031439 w 12193149"/>
              <a:gd name="connsiteY187" fmla="*/ 1996512 h 2344739"/>
              <a:gd name="connsiteX188" fmla="*/ 2782717 w 12193149"/>
              <a:gd name="connsiteY188" fmla="*/ 2018333 h 2344739"/>
              <a:gd name="connsiteX189" fmla="*/ 2647675 w 12193149"/>
              <a:gd name="connsiteY189" fmla="*/ 2028869 h 2344739"/>
              <a:gd name="connsiteX190" fmla="*/ 2569176 w 12193149"/>
              <a:gd name="connsiteY190" fmla="*/ 2002628 h 2344739"/>
              <a:gd name="connsiteX191" fmla="*/ 2444403 w 12193149"/>
              <a:gd name="connsiteY191" fmla="*/ 2016529 h 2344739"/>
              <a:gd name="connsiteX192" fmla="*/ 2316260 w 12193149"/>
              <a:gd name="connsiteY192" fmla="*/ 2024996 h 2344739"/>
              <a:gd name="connsiteX193" fmla="*/ 2209726 w 12193149"/>
              <a:gd name="connsiteY193" fmla="*/ 2019763 h 2344739"/>
              <a:gd name="connsiteX194" fmla="*/ 2095813 w 12193149"/>
              <a:gd name="connsiteY194" fmla="*/ 2003052 h 2344739"/>
              <a:gd name="connsiteX195" fmla="*/ 1998504 w 12193149"/>
              <a:gd name="connsiteY195" fmla="*/ 1995032 h 2344739"/>
              <a:gd name="connsiteX196" fmla="*/ 1929320 w 12193149"/>
              <a:gd name="connsiteY196" fmla="*/ 2016977 h 2344739"/>
              <a:gd name="connsiteX197" fmla="*/ 1922798 w 12193149"/>
              <a:gd name="connsiteY197" fmla="*/ 2012146 h 2344739"/>
              <a:gd name="connsiteX198" fmla="*/ 1874228 w 12193149"/>
              <a:gd name="connsiteY198" fmla="*/ 2013741 h 2344739"/>
              <a:gd name="connsiteX199" fmla="*/ 1787803 w 12193149"/>
              <a:gd name="connsiteY199" fmla="*/ 2041363 h 2344739"/>
              <a:gd name="connsiteX200" fmla="*/ 1739352 w 12193149"/>
              <a:gd name="connsiteY200" fmla="*/ 2036312 h 2344739"/>
              <a:gd name="connsiteX201" fmla="*/ 1676219 w 12193149"/>
              <a:gd name="connsiteY201" fmla="*/ 2019963 h 2344739"/>
              <a:gd name="connsiteX202" fmla="*/ 1609817 w 12193149"/>
              <a:gd name="connsiteY202" fmla="*/ 2013066 h 2344739"/>
              <a:gd name="connsiteX203" fmla="*/ 1497258 w 12193149"/>
              <a:gd name="connsiteY203" fmla="*/ 1987476 h 2344739"/>
              <a:gd name="connsiteX204" fmla="*/ 1151127 w 12193149"/>
              <a:gd name="connsiteY204" fmla="*/ 1938041 h 2344739"/>
              <a:gd name="connsiteX205" fmla="*/ 859417 w 12193149"/>
              <a:gd name="connsiteY205" fmla="*/ 1928608 h 2344739"/>
              <a:gd name="connsiteX206" fmla="*/ 838688 w 12193149"/>
              <a:gd name="connsiteY206" fmla="*/ 1929821 h 2344739"/>
              <a:gd name="connsiteX207" fmla="*/ 817957 w 12193149"/>
              <a:gd name="connsiteY207" fmla="*/ 1927857 h 2344739"/>
              <a:gd name="connsiteX208" fmla="*/ 812654 w 12193149"/>
              <a:gd name="connsiteY208" fmla="*/ 1930751 h 2344739"/>
              <a:gd name="connsiteX209" fmla="*/ 721195 w 12193149"/>
              <a:gd name="connsiteY209" fmla="*/ 1929661 h 2344739"/>
              <a:gd name="connsiteX210" fmla="*/ 720890 w 12193149"/>
              <a:gd name="connsiteY210" fmla="*/ 1928399 h 2344739"/>
              <a:gd name="connsiteX211" fmla="*/ 710023 w 12193149"/>
              <a:gd name="connsiteY211" fmla="*/ 1922722 h 2344739"/>
              <a:gd name="connsiteX212" fmla="*/ 597940 w 12193149"/>
              <a:gd name="connsiteY212" fmla="*/ 1879864 h 2344739"/>
              <a:gd name="connsiteX213" fmla="*/ 579683 w 12193149"/>
              <a:gd name="connsiteY213" fmla="*/ 1877212 h 2344739"/>
              <a:gd name="connsiteX214" fmla="*/ 572865 w 12193149"/>
              <a:gd name="connsiteY214" fmla="*/ 1877401 h 2344739"/>
              <a:gd name="connsiteX215" fmla="*/ 446247 w 12193149"/>
              <a:gd name="connsiteY215" fmla="*/ 1839371 h 2344739"/>
              <a:gd name="connsiteX216" fmla="*/ 405163 w 12193149"/>
              <a:gd name="connsiteY216" fmla="*/ 1833548 h 2344739"/>
              <a:gd name="connsiteX217" fmla="*/ 293583 w 12193149"/>
              <a:gd name="connsiteY217" fmla="*/ 1812852 h 2344739"/>
              <a:gd name="connsiteX218" fmla="*/ 119529 w 12193149"/>
              <a:gd name="connsiteY218" fmla="*/ 1761047 h 2344739"/>
              <a:gd name="connsiteX219" fmla="*/ 16674 w 12193149"/>
              <a:gd name="connsiteY219" fmla="*/ 1758191 h 2344739"/>
              <a:gd name="connsiteX220" fmla="*/ 1150 w 12193149"/>
              <a:gd name="connsiteY220" fmla="*/ 1752722 h 2344739"/>
              <a:gd name="connsiteX221" fmla="*/ 1148 w 12193149"/>
              <a:gd name="connsiteY221" fmla="*/ 222213 h 2344739"/>
              <a:gd name="connsiteX222" fmla="*/ 1148 w 12193149"/>
              <a:gd name="connsiteY222"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95958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44200 w 12193149"/>
              <a:gd name="connsiteY65" fmla="*/ 1841244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101593 w 12193149"/>
              <a:gd name="connsiteY58" fmla="*/ 1742432 h 2344739"/>
              <a:gd name="connsiteX59" fmla="*/ 10083317 w 12193149"/>
              <a:gd name="connsiteY59" fmla="*/ 1743296 h 2344739"/>
              <a:gd name="connsiteX60" fmla="*/ 10040388 w 12193149"/>
              <a:gd name="connsiteY60" fmla="*/ 1741632 h 2344739"/>
              <a:gd name="connsiteX61" fmla="*/ 9961167 w 12193149"/>
              <a:gd name="connsiteY61" fmla="*/ 1757147 h 2344739"/>
              <a:gd name="connsiteX62" fmla="*/ 9848940 w 12193149"/>
              <a:gd name="connsiteY62" fmla="*/ 1763915 h 2344739"/>
              <a:gd name="connsiteX63" fmla="*/ 9729457 w 12193149"/>
              <a:gd name="connsiteY63" fmla="*/ 1784122 h 2344739"/>
              <a:gd name="connsiteX64" fmla="*/ 9585655 w 12193149"/>
              <a:gd name="connsiteY64" fmla="*/ 1795542 h 2344739"/>
              <a:gd name="connsiteX65" fmla="*/ 9338590 w 12193149"/>
              <a:gd name="connsiteY65" fmla="*/ 1869293 h 2344739"/>
              <a:gd name="connsiteX66" fmla="*/ 9232518 w 12193149"/>
              <a:gd name="connsiteY66" fmla="*/ 1893149 h 2344739"/>
              <a:gd name="connsiteX67" fmla="*/ 9156690 w 12193149"/>
              <a:gd name="connsiteY67" fmla="*/ 1903228 h 2344739"/>
              <a:gd name="connsiteX68" fmla="*/ 9054601 w 12193149"/>
              <a:gd name="connsiteY68" fmla="*/ 1910755 h 2344739"/>
              <a:gd name="connsiteX69" fmla="*/ 9006634 w 12193149"/>
              <a:gd name="connsiteY69" fmla="*/ 1914040 h 2344739"/>
              <a:gd name="connsiteX70" fmla="*/ 9006349 w 12193149"/>
              <a:gd name="connsiteY70" fmla="*/ 1913800 h 2344739"/>
              <a:gd name="connsiteX71" fmla="*/ 8997380 w 12193149"/>
              <a:gd name="connsiteY71" fmla="*/ 1915011 h 2344739"/>
              <a:gd name="connsiteX72" fmla="*/ 8991542 w 12193149"/>
              <a:gd name="connsiteY72" fmla="*/ 1917072 h 2344739"/>
              <a:gd name="connsiteX73" fmla="*/ 8975485 w 12193149"/>
              <a:gd name="connsiteY73" fmla="*/ 1920298 h 2344739"/>
              <a:gd name="connsiteX74" fmla="*/ 8969159 w 12193149"/>
              <a:gd name="connsiteY74" fmla="*/ 1919598 h 2344739"/>
              <a:gd name="connsiteX75" fmla="*/ 8964196 w 12193149"/>
              <a:gd name="connsiteY75" fmla="*/ 1917373 h 2344739"/>
              <a:gd name="connsiteX76" fmla="*/ 8930136 w 12193149"/>
              <a:gd name="connsiteY76" fmla="*/ 1914185 h 2344739"/>
              <a:gd name="connsiteX77" fmla="*/ 8753592 w 12193149"/>
              <a:gd name="connsiteY77" fmla="*/ 1933417 h 2344739"/>
              <a:gd name="connsiteX78" fmla="*/ 8708995 w 12193149"/>
              <a:gd name="connsiteY78" fmla="*/ 1935518 h 2344739"/>
              <a:gd name="connsiteX79" fmla="*/ 8597219 w 12193149"/>
              <a:gd name="connsiteY79" fmla="*/ 1944090 h 2344739"/>
              <a:gd name="connsiteX80" fmla="*/ 8526378 w 12193149"/>
              <a:gd name="connsiteY80" fmla="*/ 1929248 h 2344739"/>
              <a:gd name="connsiteX81" fmla="*/ 8512131 w 12193149"/>
              <a:gd name="connsiteY81" fmla="*/ 1935163 h 2344739"/>
              <a:gd name="connsiteX82" fmla="*/ 8507315 w 12193149"/>
              <a:gd name="connsiteY82" fmla="*/ 1938164 h 2344739"/>
              <a:gd name="connsiteX83" fmla="*/ 8499116 w 12193149"/>
              <a:gd name="connsiteY83" fmla="*/ 1940902 h 2344739"/>
              <a:gd name="connsiteX84" fmla="*/ 8498742 w 12193149"/>
              <a:gd name="connsiteY84" fmla="*/ 1940723 h 2344739"/>
              <a:gd name="connsiteX85" fmla="*/ 8491397 w 12193149"/>
              <a:gd name="connsiteY85" fmla="*/ 1943773 h 2344739"/>
              <a:gd name="connsiteX86" fmla="*/ 8368330 w 12193149"/>
              <a:gd name="connsiteY86" fmla="*/ 1957815 h 2344739"/>
              <a:gd name="connsiteX87" fmla="*/ 8354947 w 12193149"/>
              <a:gd name="connsiteY87" fmla="*/ 1958009 h 2344739"/>
              <a:gd name="connsiteX88" fmla="*/ 8321252 w 12193149"/>
              <a:gd name="connsiteY88" fmla="*/ 1974587 h 2344739"/>
              <a:gd name="connsiteX89" fmla="*/ 8315581 w 12193149"/>
              <a:gd name="connsiteY89" fmla="*/ 1974913 h 2344739"/>
              <a:gd name="connsiteX90" fmla="*/ 8296322 w 12193149"/>
              <a:gd name="connsiteY90" fmla="*/ 1988808 h 2344739"/>
              <a:gd name="connsiteX91" fmla="*/ 8285424 w 12193149"/>
              <a:gd name="connsiteY91" fmla="*/ 1994631 h 2344739"/>
              <a:gd name="connsiteX92" fmla="*/ 8284298 w 12193149"/>
              <a:gd name="connsiteY92" fmla="*/ 1999074 h 2344739"/>
              <a:gd name="connsiteX93" fmla="*/ 8267224 w 12193149"/>
              <a:gd name="connsiteY93" fmla="*/ 2006249 h 2344739"/>
              <a:gd name="connsiteX94" fmla="*/ 8264525 w 12193149"/>
              <a:gd name="connsiteY94" fmla="*/ 2006019 h 2344739"/>
              <a:gd name="connsiteX95" fmla="*/ 8253181 w 12193149"/>
              <a:gd name="connsiteY95" fmla="*/ 2015862 h 2344739"/>
              <a:gd name="connsiteX96" fmla="*/ 8246982 w 12193149"/>
              <a:gd name="connsiteY96" fmla="*/ 2028854 h 2344739"/>
              <a:gd name="connsiteX97" fmla="*/ 8091420 w 12193149"/>
              <a:gd name="connsiteY97" fmla="*/ 2075015 h 2344739"/>
              <a:gd name="connsiteX98" fmla="*/ 7906555 w 12193149"/>
              <a:gd name="connsiteY98" fmla="*/ 2116988 h 2344739"/>
              <a:gd name="connsiteX99" fmla="*/ 7719893 w 12193149"/>
              <a:gd name="connsiteY99" fmla="*/ 2142703 h 2344739"/>
              <a:gd name="connsiteX100" fmla="*/ 7615495 w 12193149"/>
              <a:gd name="connsiteY100" fmla="*/ 2139232 h 2344739"/>
              <a:gd name="connsiteX101" fmla="*/ 7528691 w 12193149"/>
              <a:gd name="connsiteY101" fmla="*/ 2145060 h 2344739"/>
              <a:gd name="connsiteX102" fmla="*/ 7520719 w 12193149"/>
              <a:gd name="connsiteY102" fmla="*/ 2147613 h 2344739"/>
              <a:gd name="connsiteX103" fmla="*/ 7508559 w 12193149"/>
              <a:gd name="connsiteY103" fmla="*/ 2148948 h 2344739"/>
              <a:gd name="connsiteX104" fmla="*/ 7508188 w 12193149"/>
              <a:gd name="connsiteY104" fmla="*/ 2148621 h 2344739"/>
              <a:gd name="connsiteX105" fmla="*/ 7496943 w 12193149"/>
              <a:gd name="connsiteY105" fmla="*/ 2150573 h 2344739"/>
              <a:gd name="connsiteX106" fmla="*/ 7406539 w 12193149"/>
              <a:gd name="connsiteY106" fmla="*/ 2142468 h 2344739"/>
              <a:gd name="connsiteX107" fmla="*/ 7219707 w 12193149"/>
              <a:gd name="connsiteY107" fmla="*/ 2156680 h 2344739"/>
              <a:gd name="connsiteX108" fmla="*/ 7202249 w 12193149"/>
              <a:gd name="connsiteY108" fmla="*/ 2161230 h 2344739"/>
              <a:gd name="connsiteX109" fmla="*/ 7198152 w 12193149"/>
              <a:gd name="connsiteY109" fmla="*/ 2166588 h 2344739"/>
              <a:gd name="connsiteX110" fmla="*/ 7171956 w 12193149"/>
              <a:gd name="connsiteY110" fmla="*/ 2171236 h 2344739"/>
              <a:gd name="connsiteX111" fmla="*/ 7098136 w 12193149"/>
              <a:gd name="connsiteY111" fmla="*/ 2183464 h 2344739"/>
              <a:gd name="connsiteX112" fmla="*/ 7019644 w 12193149"/>
              <a:gd name="connsiteY112" fmla="*/ 2183090 h 2344739"/>
              <a:gd name="connsiteX113" fmla="*/ 6905294 w 12193149"/>
              <a:gd name="connsiteY113" fmla="*/ 2212596 h 2344739"/>
              <a:gd name="connsiteX114" fmla="*/ 6709370 w 12193149"/>
              <a:gd name="connsiteY114" fmla="*/ 2240551 h 2344739"/>
              <a:gd name="connsiteX115" fmla="*/ 6550602 w 12193149"/>
              <a:gd name="connsiteY115" fmla="*/ 2269327 h 2344739"/>
              <a:gd name="connsiteX116" fmla="*/ 6318708 w 12193149"/>
              <a:gd name="connsiteY116" fmla="*/ 2316127 h 2344739"/>
              <a:gd name="connsiteX117" fmla="*/ 6169822 w 12193149"/>
              <a:gd name="connsiteY117" fmla="*/ 2318214 h 2344739"/>
              <a:gd name="connsiteX118" fmla="*/ 6074996 w 12193149"/>
              <a:gd name="connsiteY118" fmla="*/ 2338676 h 2344739"/>
              <a:gd name="connsiteX119" fmla="*/ 6069677 w 12193149"/>
              <a:gd name="connsiteY119" fmla="*/ 2337139 h 2344739"/>
              <a:gd name="connsiteX120" fmla="*/ 6049786 w 12193149"/>
              <a:gd name="connsiteY120" fmla="*/ 2337822 h 2344739"/>
              <a:gd name="connsiteX121" fmla="*/ 6042433 w 12193149"/>
              <a:gd name="connsiteY121" fmla="*/ 2329473 h 2344739"/>
              <a:gd name="connsiteX122" fmla="*/ 6011238 w 12193149"/>
              <a:gd name="connsiteY122" fmla="*/ 2324380 h 2344739"/>
              <a:gd name="connsiteX123" fmla="*/ 5958523 w 12193149"/>
              <a:gd name="connsiteY123" fmla="*/ 2328024 h 2344739"/>
              <a:gd name="connsiteX124" fmla="*/ 5760067 w 12193149"/>
              <a:gd name="connsiteY124" fmla="*/ 2343716 h 2344739"/>
              <a:gd name="connsiteX125" fmla="*/ 5628108 w 12193149"/>
              <a:gd name="connsiteY125" fmla="*/ 2344739 h 2344739"/>
              <a:gd name="connsiteX126" fmla="*/ 5472054 w 12193149"/>
              <a:gd name="connsiteY126" fmla="*/ 2330719 h 2344739"/>
              <a:gd name="connsiteX127" fmla="*/ 5433909 w 12193149"/>
              <a:gd name="connsiteY127" fmla="*/ 2319466 h 2344739"/>
              <a:gd name="connsiteX128" fmla="*/ 5382817 w 12193149"/>
              <a:gd name="connsiteY128" fmla="*/ 2301764 h 2344739"/>
              <a:gd name="connsiteX129" fmla="*/ 5262912 w 12193149"/>
              <a:gd name="connsiteY129" fmla="*/ 2281347 h 2344739"/>
              <a:gd name="connsiteX130" fmla="*/ 5224109 w 12193149"/>
              <a:gd name="connsiteY130" fmla="*/ 2270223 h 2344739"/>
              <a:gd name="connsiteX131" fmla="*/ 5175808 w 12193149"/>
              <a:gd name="connsiteY131" fmla="*/ 2267233 h 2344739"/>
              <a:gd name="connsiteX132" fmla="*/ 5157702 w 12193149"/>
              <a:gd name="connsiteY132" fmla="*/ 2260010 h 2344739"/>
              <a:gd name="connsiteX133" fmla="*/ 5143747 w 12193149"/>
              <a:gd name="connsiteY133" fmla="*/ 2256610 h 2344739"/>
              <a:gd name="connsiteX134" fmla="*/ 5140744 w 12193149"/>
              <a:gd name="connsiteY134" fmla="*/ 2254509 h 2344739"/>
              <a:gd name="connsiteX135" fmla="*/ 5122807 w 12193149"/>
              <a:gd name="connsiteY135" fmla="*/ 2243656 h 2344739"/>
              <a:gd name="connsiteX136" fmla="*/ 5066938 w 12193149"/>
              <a:gd name="connsiteY136" fmla="*/ 2250227 h 2344739"/>
              <a:gd name="connsiteX137" fmla="*/ 5012662 w 12193149"/>
              <a:gd name="connsiteY137" fmla="*/ 2233846 h 2344739"/>
              <a:gd name="connsiteX138" fmla="*/ 4841589 w 12193149"/>
              <a:gd name="connsiteY138" fmla="*/ 2209829 h 2344739"/>
              <a:gd name="connsiteX139" fmla="*/ 4763595 w 12193149"/>
              <a:gd name="connsiteY139" fmla="*/ 2182061 h 2344739"/>
              <a:gd name="connsiteX140" fmla="*/ 4724334 w 12193149"/>
              <a:gd name="connsiteY140" fmla="*/ 2173047 h 2344739"/>
              <a:gd name="connsiteX141" fmla="*/ 4722324 w 12193149"/>
              <a:gd name="connsiteY141" fmla="*/ 2172298 h 2344739"/>
              <a:gd name="connsiteX142" fmla="*/ 4723259 w 12193149"/>
              <a:gd name="connsiteY142" fmla="*/ 2172087 h 2344739"/>
              <a:gd name="connsiteX143" fmla="*/ 4718350 w 12193149"/>
              <a:gd name="connsiteY143" fmla="*/ 2170817 h 2344739"/>
              <a:gd name="connsiteX144" fmla="*/ 4722324 w 12193149"/>
              <a:gd name="connsiteY144" fmla="*/ 2172298 h 2344739"/>
              <a:gd name="connsiteX145" fmla="*/ 4716674 w 12193149"/>
              <a:gd name="connsiteY145" fmla="*/ 2173573 h 2344739"/>
              <a:gd name="connsiteX146" fmla="*/ 4516962 w 12193149"/>
              <a:gd name="connsiteY146" fmla="*/ 2163671 h 2344739"/>
              <a:gd name="connsiteX147" fmla="*/ 4429691 w 12193149"/>
              <a:gd name="connsiteY147" fmla="*/ 2153020 h 2344739"/>
              <a:gd name="connsiteX148" fmla="*/ 4364023 w 12193149"/>
              <a:gd name="connsiteY148" fmla="*/ 2151674 h 2344739"/>
              <a:gd name="connsiteX149" fmla="*/ 4318114 w 12193149"/>
              <a:gd name="connsiteY149" fmla="*/ 2158289 h 2344739"/>
              <a:gd name="connsiteX150" fmla="*/ 4316258 w 12193149"/>
              <a:gd name="connsiteY150" fmla="*/ 2156948 h 2344739"/>
              <a:gd name="connsiteX151" fmla="*/ 4296292 w 12193149"/>
              <a:gd name="connsiteY151" fmla="*/ 2155069 h 2344739"/>
              <a:gd name="connsiteX152" fmla="*/ 4291212 w 12193149"/>
              <a:gd name="connsiteY152" fmla="*/ 2157986 h 2344739"/>
              <a:gd name="connsiteX153" fmla="*/ 4277290 w 12193149"/>
              <a:gd name="connsiteY153" fmla="*/ 2157740 h 2344739"/>
              <a:gd name="connsiteX154" fmla="*/ 4249265 w 12193149"/>
              <a:gd name="connsiteY154" fmla="*/ 2160064 h 2344739"/>
              <a:gd name="connsiteX155" fmla="*/ 4203199 w 12193149"/>
              <a:gd name="connsiteY155" fmla="*/ 2157269 h 2344739"/>
              <a:gd name="connsiteX156" fmla="*/ 4202893 w 12193149"/>
              <a:gd name="connsiteY156" fmla="*/ 2156010 h 2344739"/>
              <a:gd name="connsiteX157" fmla="*/ 4192396 w 12193149"/>
              <a:gd name="connsiteY157" fmla="*/ 2150376 h 2344739"/>
              <a:gd name="connsiteX158" fmla="*/ 4143893 w 12193149"/>
              <a:gd name="connsiteY158" fmla="*/ 2134511 h 2344739"/>
              <a:gd name="connsiteX159" fmla="*/ 4084245 w 12193149"/>
              <a:gd name="connsiteY159" fmla="*/ 2107978 h 2344739"/>
              <a:gd name="connsiteX160" fmla="*/ 4075694 w 12193149"/>
              <a:gd name="connsiteY160" fmla="*/ 2107143 h 2344739"/>
              <a:gd name="connsiteX161" fmla="*/ 4075575 w 12193149"/>
              <a:gd name="connsiteY161" fmla="*/ 2106844 h 2344739"/>
              <a:gd name="connsiteX162" fmla="*/ 4066658 w 12193149"/>
              <a:gd name="connsiteY162" fmla="*/ 2105400 h 2344739"/>
              <a:gd name="connsiteX163" fmla="*/ 4060102 w 12193149"/>
              <a:gd name="connsiteY163" fmla="*/ 2105618 h 2344739"/>
              <a:gd name="connsiteX164" fmla="*/ 4043512 w 12193149"/>
              <a:gd name="connsiteY164" fmla="*/ 2103997 h 2344739"/>
              <a:gd name="connsiteX165" fmla="*/ 4038145 w 12193149"/>
              <a:gd name="connsiteY165" fmla="*/ 2101563 h 2344739"/>
              <a:gd name="connsiteX166" fmla="*/ 4036511 w 12193149"/>
              <a:gd name="connsiteY166" fmla="*/ 2097896 h 2344739"/>
              <a:gd name="connsiteX167" fmla="*/ 4034926 w 12193149"/>
              <a:gd name="connsiteY167" fmla="*/ 2098131 h 2344739"/>
              <a:gd name="connsiteX168" fmla="*/ 4005686 w 12193149"/>
              <a:gd name="connsiteY168" fmla="*/ 2085563 h 2344739"/>
              <a:gd name="connsiteX169" fmla="*/ 3937994 w 12193149"/>
              <a:gd name="connsiteY169" fmla="*/ 2068106 h 2344739"/>
              <a:gd name="connsiteX170" fmla="*/ 3898423 w 12193149"/>
              <a:gd name="connsiteY170" fmla="*/ 2062451 h 2344739"/>
              <a:gd name="connsiteX171" fmla="*/ 3790908 w 12193149"/>
              <a:gd name="connsiteY171" fmla="*/ 2042213 h 2344739"/>
              <a:gd name="connsiteX172" fmla="*/ 3683661 w 12193149"/>
              <a:gd name="connsiteY172" fmla="*/ 2018290 h 2344739"/>
              <a:gd name="connsiteX173" fmla="*/ 3611183 w 12193149"/>
              <a:gd name="connsiteY173" fmla="*/ 1986019 h 2344739"/>
              <a:gd name="connsiteX174" fmla="*/ 3605003 w 12193149"/>
              <a:gd name="connsiteY174" fmla="*/ 1987381 h 2344739"/>
              <a:gd name="connsiteX175" fmla="*/ 3595884 w 12193149"/>
              <a:gd name="connsiteY175" fmla="*/ 1987545 h 2344739"/>
              <a:gd name="connsiteX176" fmla="*/ 3595649 w 12193149"/>
              <a:gd name="connsiteY176" fmla="*/ 1987276 h 2344739"/>
              <a:gd name="connsiteX177" fmla="*/ 3587126 w 12193149"/>
              <a:gd name="connsiteY177" fmla="*/ 1987966 h 2344739"/>
              <a:gd name="connsiteX178" fmla="*/ 3537283 w 12193149"/>
              <a:gd name="connsiteY178" fmla="*/ 1978267 h 2344739"/>
              <a:gd name="connsiteX179" fmla="*/ 3474371 w 12193149"/>
              <a:gd name="connsiteY179" fmla="*/ 1974606 h 2344739"/>
              <a:gd name="connsiteX180" fmla="*/ 3401876 w 12193149"/>
              <a:gd name="connsiteY180" fmla="*/ 1962558 h 2344739"/>
              <a:gd name="connsiteX181" fmla="*/ 3365036 w 12193149"/>
              <a:gd name="connsiteY181" fmla="*/ 1979510 h 2344739"/>
              <a:gd name="connsiteX182" fmla="*/ 3345174 w 12193149"/>
              <a:gd name="connsiteY182" fmla="*/ 1981192 h 2344739"/>
              <a:gd name="connsiteX183" fmla="*/ 3342846 w 12193149"/>
              <a:gd name="connsiteY183" fmla="*/ 1980217 h 2344739"/>
              <a:gd name="connsiteX184" fmla="*/ 3263504 w 12193149"/>
              <a:gd name="connsiteY184" fmla="*/ 1986094 h 2344739"/>
              <a:gd name="connsiteX185" fmla="*/ 3143704 w 12193149"/>
              <a:gd name="connsiteY185" fmla="*/ 1993869 h 2344739"/>
              <a:gd name="connsiteX186" fmla="*/ 3031439 w 12193149"/>
              <a:gd name="connsiteY186" fmla="*/ 1996512 h 2344739"/>
              <a:gd name="connsiteX187" fmla="*/ 2782717 w 12193149"/>
              <a:gd name="connsiteY187" fmla="*/ 2018333 h 2344739"/>
              <a:gd name="connsiteX188" fmla="*/ 2647675 w 12193149"/>
              <a:gd name="connsiteY188" fmla="*/ 2028869 h 2344739"/>
              <a:gd name="connsiteX189" fmla="*/ 2569176 w 12193149"/>
              <a:gd name="connsiteY189" fmla="*/ 2002628 h 2344739"/>
              <a:gd name="connsiteX190" fmla="*/ 2444403 w 12193149"/>
              <a:gd name="connsiteY190" fmla="*/ 2016529 h 2344739"/>
              <a:gd name="connsiteX191" fmla="*/ 2316260 w 12193149"/>
              <a:gd name="connsiteY191" fmla="*/ 2024996 h 2344739"/>
              <a:gd name="connsiteX192" fmla="*/ 2209726 w 12193149"/>
              <a:gd name="connsiteY192" fmla="*/ 2019763 h 2344739"/>
              <a:gd name="connsiteX193" fmla="*/ 2095813 w 12193149"/>
              <a:gd name="connsiteY193" fmla="*/ 2003052 h 2344739"/>
              <a:gd name="connsiteX194" fmla="*/ 1998504 w 12193149"/>
              <a:gd name="connsiteY194" fmla="*/ 1995032 h 2344739"/>
              <a:gd name="connsiteX195" fmla="*/ 1929320 w 12193149"/>
              <a:gd name="connsiteY195" fmla="*/ 2016977 h 2344739"/>
              <a:gd name="connsiteX196" fmla="*/ 1922798 w 12193149"/>
              <a:gd name="connsiteY196" fmla="*/ 2012146 h 2344739"/>
              <a:gd name="connsiteX197" fmla="*/ 1874228 w 12193149"/>
              <a:gd name="connsiteY197" fmla="*/ 2013741 h 2344739"/>
              <a:gd name="connsiteX198" fmla="*/ 1787803 w 12193149"/>
              <a:gd name="connsiteY198" fmla="*/ 2041363 h 2344739"/>
              <a:gd name="connsiteX199" fmla="*/ 1739352 w 12193149"/>
              <a:gd name="connsiteY199" fmla="*/ 2036312 h 2344739"/>
              <a:gd name="connsiteX200" fmla="*/ 1676219 w 12193149"/>
              <a:gd name="connsiteY200" fmla="*/ 2019963 h 2344739"/>
              <a:gd name="connsiteX201" fmla="*/ 1609817 w 12193149"/>
              <a:gd name="connsiteY201" fmla="*/ 2013066 h 2344739"/>
              <a:gd name="connsiteX202" fmla="*/ 1497258 w 12193149"/>
              <a:gd name="connsiteY202" fmla="*/ 1987476 h 2344739"/>
              <a:gd name="connsiteX203" fmla="*/ 1151127 w 12193149"/>
              <a:gd name="connsiteY203" fmla="*/ 1938041 h 2344739"/>
              <a:gd name="connsiteX204" fmla="*/ 859417 w 12193149"/>
              <a:gd name="connsiteY204" fmla="*/ 1928608 h 2344739"/>
              <a:gd name="connsiteX205" fmla="*/ 838688 w 12193149"/>
              <a:gd name="connsiteY205" fmla="*/ 1929821 h 2344739"/>
              <a:gd name="connsiteX206" fmla="*/ 817957 w 12193149"/>
              <a:gd name="connsiteY206" fmla="*/ 1927857 h 2344739"/>
              <a:gd name="connsiteX207" fmla="*/ 812654 w 12193149"/>
              <a:gd name="connsiteY207" fmla="*/ 1930751 h 2344739"/>
              <a:gd name="connsiteX208" fmla="*/ 721195 w 12193149"/>
              <a:gd name="connsiteY208" fmla="*/ 1929661 h 2344739"/>
              <a:gd name="connsiteX209" fmla="*/ 720890 w 12193149"/>
              <a:gd name="connsiteY209" fmla="*/ 1928399 h 2344739"/>
              <a:gd name="connsiteX210" fmla="*/ 710023 w 12193149"/>
              <a:gd name="connsiteY210" fmla="*/ 1922722 h 2344739"/>
              <a:gd name="connsiteX211" fmla="*/ 597940 w 12193149"/>
              <a:gd name="connsiteY211" fmla="*/ 1879864 h 2344739"/>
              <a:gd name="connsiteX212" fmla="*/ 579683 w 12193149"/>
              <a:gd name="connsiteY212" fmla="*/ 1877212 h 2344739"/>
              <a:gd name="connsiteX213" fmla="*/ 572865 w 12193149"/>
              <a:gd name="connsiteY213" fmla="*/ 1877401 h 2344739"/>
              <a:gd name="connsiteX214" fmla="*/ 446247 w 12193149"/>
              <a:gd name="connsiteY214" fmla="*/ 1839371 h 2344739"/>
              <a:gd name="connsiteX215" fmla="*/ 405163 w 12193149"/>
              <a:gd name="connsiteY215" fmla="*/ 1833548 h 2344739"/>
              <a:gd name="connsiteX216" fmla="*/ 293583 w 12193149"/>
              <a:gd name="connsiteY216" fmla="*/ 1812852 h 2344739"/>
              <a:gd name="connsiteX217" fmla="*/ 119529 w 12193149"/>
              <a:gd name="connsiteY217" fmla="*/ 1761047 h 2344739"/>
              <a:gd name="connsiteX218" fmla="*/ 16674 w 12193149"/>
              <a:gd name="connsiteY218" fmla="*/ 1758191 h 2344739"/>
              <a:gd name="connsiteX219" fmla="*/ 1150 w 12193149"/>
              <a:gd name="connsiteY219" fmla="*/ 1752722 h 2344739"/>
              <a:gd name="connsiteX220" fmla="*/ 1148 w 12193149"/>
              <a:gd name="connsiteY220" fmla="*/ 222213 h 2344739"/>
              <a:gd name="connsiteX221" fmla="*/ 1148 w 12193149"/>
              <a:gd name="connsiteY221"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585655 w 12193149"/>
              <a:gd name="connsiteY63" fmla="*/ 1795542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406539 w 12193149"/>
              <a:gd name="connsiteY105" fmla="*/ 2142468 h 2344739"/>
              <a:gd name="connsiteX106" fmla="*/ 7219707 w 12193149"/>
              <a:gd name="connsiteY106" fmla="*/ 2156680 h 2344739"/>
              <a:gd name="connsiteX107" fmla="*/ 7202249 w 12193149"/>
              <a:gd name="connsiteY107" fmla="*/ 2161230 h 2344739"/>
              <a:gd name="connsiteX108" fmla="*/ 7198152 w 12193149"/>
              <a:gd name="connsiteY108" fmla="*/ 2166588 h 2344739"/>
              <a:gd name="connsiteX109" fmla="*/ 7171956 w 12193149"/>
              <a:gd name="connsiteY109" fmla="*/ 2171236 h 2344739"/>
              <a:gd name="connsiteX110" fmla="*/ 7098136 w 12193149"/>
              <a:gd name="connsiteY110" fmla="*/ 2183464 h 2344739"/>
              <a:gd name="connsiteX111" fmla="*/ 7019644 w 12193149"/>
              <a:gd name="connsiteY111" fmla="*/ 2183090 h 2344739"/>
              <a:gd name="connsiteX112" fmla="*/ 6905294 w 12193149"/>
              <a:gd name="connsiteY112" fmla="*/ 2212596 h 2344739"/>
              <a:gd name="connsiteX113" fmla="*/ 6709370 w 12193149"/>
              <a:gd name="connsiteY113" fmla="*/ 2240551 h 2344739"/>
              <a:gd name="connsiteX114" fmla="*/ 6550602 w 12193149"/>
              <a:gd name="connsiteY114" fmla="*/ 2269327 h 2344739"/>
              <a:gd name="connsiteX115" fmla="*/ 6318708 w 12193149"/>
              <a:gd name="connsiteY115" fmla="*/ 2316127 h 2344739"/>
              <a:gd name="connsiteX116" fmla="*/ 6169822 w 12193149"/>
              <a:gd name="connsiteY116" fmla="*/ 2318214 h 2344739"/>
              <a:gd name="connsiteX117" fmla="*/ 6074996 w 12193149"/>
              <a:gd name="connsiteY117" fmla="*/ 2338676 h 2344739"/>
              <a:gd name="connsiteX118" fmla="*/ 6069677 w 12193149"/>
              <a:gd name="connsiteY118" fmla="*/ 2337139 h 2344739"/>
              <a:gd name="connsiteX119" fmla="*/ 6049786 w 12193149"/>
              <a:gd name="connsiteY119" fmla="*/ 2337822 h 2344739"/>
              <a:gd name="connsiteX120" fmla="*/ 6042433 w 12193149"/>
              <a:gd name="connsiteY120" fmla="*/ 2329473 h 2344739"/>
              <a:gd name="connsiteX121" fmla="*/ 6011238 w 12193149"/>
              <a:gd name="connsiteY121" fmla="*/ 2324380 h 2344739"/>
              <a:gd name="connsiteX122" fmla="*/ 5958523 w 12193149"/>
              <a:gd name="connsiteY122" fmla="*/ 2328024 h 2344739"/>
              <a:gd name="connsiteX123" fmla="*/ 5760067 w 12193149"/>
              <a:gd name="connsiteY123" fmla="*/ 2343716 h 2344739"/>
              <a:gd name="connsiteX124" fmla="*/ 5628108 w 12193149"/>
              <a:gd name="connsiteY124" fmla="*/ 2344739 h 2344739"/>
              <a:gd name="connsiteX125" fmla="*/ 5472054 w 12193149"/>
              <a:gd name="connsiteY125" fmla="*/ 2330719 h 2344739"/>
              <a:gd name="connsiteX126" fmla="*/ 5433909 w 12193149"/>
              <a:gd name="connsiteY126" fmla="*/ 2319466 h 2344739"/>
              <a:gd name="connsiteX127" fmla="*/ 5382817 w 12193149"/>
              <a:gd name="connsiteY127" fmla="*/ 2301764 h 2344739"/>
              <a:gd name="connsiteX128" fmla="*/ 5262912 w 12193149"/>
              <a:gd name="connsiteY128" fmla="*/ 2281347 h 2344739"/>
              <a:gd name="connsiteX129" fmla="*/ 5224109 w 12193149"/>
              <a:gd name="connsiteY129" fmla="*/ 2270223 h 2344739"/>
              <a:gd name="connsiteX130" fmla="*/ 5175808 w 12193149"/>
              <a:gd name="connsiteY130" fmla="*/ 2267233 h 2344739"/>
              <a:gd name="connsiteX131" fmla="*/ 5157702 w 12193149"/>
              <a:gd name="connsiteY131" fmla="*/ 2260010 h 2344739"/>
              <a:gd name="connsiteX132" fmla="*/ 5143747 w 12193149"/>
              <a:gd name="connsiteY132" fmla="*/ 2256610 h 2344739"/>
              <a:gd name="connsiteX133" fmla="*/ 5140744 w 12193149"/>
              <a:gd name="connsiteY133" fmla="*/ 2254509 h 2344739"/>
              <a:gd name="connsiteX134" fmla="*/ 5122807 w 12193149"/>
              <a:gd name="connsiteY134" fmla="*/ 2243656 h 2344739"/>
              <a:gd name="connsiteX135" fmla="*/ 5066938 w 12193149"/>
              <a:gd name="connsiteY135" fmla="*/ 2250227 h 2344739"/>
              <a:gd name="connsiteX136" fmla="*/ 5012662 w 12193149"/>
              <a:gd name="connsiteY136" fmla="*/ 2233846 h 2344739"/>
              <a:gd name="connsiteX137" fmla="*/ 4841589 w 12193149"/>
              <a:gd name="connsiteY137" fmla="*/ 2209829 h 2344739"/>
              <a:gd name="connsiteX138" fmla="*/ 4763595 w 12193149"/>
              <a:gd name="connsiteY138" fmla="*/ 2182061 h 2344739"/>
              <a:gd name="connsiteX139" fmla="*/ 4724334 w 12193149"/>
              <a:gd name="connsiteY139" fmla="*/ 2173047 h 2344739"/>
              <a:gd name="connsiteX140" fmla="*/ 4722324 w 12193149"/>
              <a:gd name="connsiteY140" fmla="*/ 2172298 h 2344739"/>
              <a:gd name="connsiteX141" fmla="*/ 4723259 w 12193149"/>
              <a:gd name="connsiteY141" fmla="*/ 2172087 h 2344739"/>
              <a:gd name="connsiteX142" fmla="*/ 4718350 w 12193149"/>
              <a:gd name="connsiteY142" fmla="*/ 2170817 h 2344739"/>
              <a:gd name="connsiteX143" fmla="*/ 4722324 w 12193149"/>
              <a:gd name="connsiteY143" fmla="*/ 2172298 h 2344739"/>
              <a:gd name="connsiteX144" fmla="*/ 4716674 w 12193149"/>
              <a:gd name="connsiteY144" fmla="*/ 2173573 h 2344739"/>
              <a:gd name="connsiteX145" fmla="*/ 4516962 w 12193149"/>
              <a:gd name="connsiteY145" fmla="*/ 2163671 h 2344739"/>
              <a:gd name="connsiteX146" fmla="*/ 4429691 w 12193149"/>
              <a:gd name="connsiteY146" fmla="*/ 2153020 h 2344739"/>
              <a:gd name="connsiteX147" fmla="*/ 4364023 w 12193149"/>
              <a:gd name="connsiteY147" fmla="*/ 2151674 h 2344739"/>
              <a:gd name="connsiteX148" fmla="*/ 4318114 w 12193149"/>
              <a:gd name="connsiteY148" fmla="*/ 2158289 h 2344739"/>
              <a:gd name="connsiteX149" fmla="*/ 4316258 w 12193149"/>
              <a:gd name="connsiteY149" fmla="*/ 2156948 h 2344739"/>
              <a:gd name="connsiteX150" fmla="*/ 4296292 w 12193149"/>
              <a:gd name="connsiteY150" fmla="*/ 2155069 h 2344739"/>
              <a:gd name="connsiteX151" fmla="*/ 4291212 w 12193149"/>
              <a:gd name="connsiteY151" fmla="*/ 2157986 h 2344739"/>
              <a:gd name="connsiteX152" fmla="*/ 4277290 w 12193149"/>
              <a:gd name="connsiteY152" fmla="*/ 2157740 h 2344739"/>
              <a:gd name="connsiteX153" fmla="*/ 4249265 w 12193149"/>
              <a:gd name="connsiteY153" fmla="*/ 2160064 h 2344739"/>
              <a:gd name="connsiteX154" fmla="*/ 4203199 w 12193149"/>
              <a:gd name="connsiteY154" fmla="*/ 2157269 h 2344739"/>
              <a:gd name="connsiteX155" fmla="*/ 4202893 w 12193149"/>
              <a:gd name="connsiteY155" fmla="*/ 2156010 h 2344739"/>
              <a:gd name="connsiteX156" fmla="*/ 4192396 w 12193149"/>
              <a:gd name="connsiteY156" fmla="*/ 2150376 h 2344739"/>
              <a:gd name="connsiteX157" fmla="*/ 4143893 w 12193149"/>
              <a:gd name="connsiteY157" fmla="*/ 2134511 h 2344739"/>
              <a:gd name="connsiteX158" fmla="*/ 4084245 w 12193149"/>
              <a:gd name="connsiteY158" fmla="*/ 2107978 h 2344739"/>
              <a:gd name="connsiteX159" fmla="*/ 4075694 w 12193149"/>
              <a:gd name="connsiteY159" fmla="*/ 2107143 h 2344739"/>
              <a:gd name="connsiteX160" fmla="*/ 4075575 w 12193149"/>
              <a:gd name="connsiteY160" fmla="*/ 2106844 h 2344739"/>
              <a:gd name="connsiteX161" fmla="*/ 4066658 w 12193149"/>
              <a:gd name="connsiteY161" fmla="*/ 2105400 h 2344739"/>
              <a:gd name="connsiteX162" fmla="*/ 4060102 w 12193149"/>
              <a:gd name="connsiteY162" fmla="*/ 2105618 h 2344739"/>
              <a:gd name="connsiteX163" fmla="*/ 4043512 w 12193149"/>
              <a:gd name="connsiteY163" fmla="*/ 2103997 h 2344739"/>
              <a:gd name="connsiteX164" fmla="*/ 4038145 w 12193149"/>
              <a:gd name="connsiteY164" fmla="*/ 2101563 h 2344739"/>
              <a:gd name="connsiteX165" fmla="*/ 4036511 w 12193149"/>
              <a:gd name="connsiteY165" fmla="*/ 2097896 h 2344739"/>
              <a:gd name="connsiteX166" fmla="*/ 4034926 w 12193149"/>
              <a:gd name="connsiteY166" fmla="*/ 2098131 h 2344739"/>
              <a:gd name="connsiteX167" fmla="*/ 4005686 w 12193149"/>
              <a:gd name="connsiteY167" fmla="*/ 2085563 h 2344739"/>
              <a:gd name="connsiteX168" fmla="*/ 3937994 w 12193149"/>
              <a:gd name="connsiteY168" fmla="*/ 2068106 h 2344739"/>
              <a:gd name="connsiteX169" fmla="*/ 3898423 w 12193149"/>
              <a:gd name="connsiteY169" fmla="*/ 2062451 h 2344739"/>
              <a:gd name="connsiteX170" fmla="*/ 3790908 w 12193149"/>
              <a:gd name="connsiteY170" fmla="*/ 2042213 h 2344739"/>
              <a:gd name="connsiteX171" fmla="*/ 3683661 w 12193149"/>
              <a:gd name="connsiteY171" fmla="*/ 2018290 h 2344739"/>
              <a:gd name="connsiteX172" fmla="*/ 3611183 w 12193149"/>
              <a:gd name="connsiteY172" fmla="*/ 1986019 h 2344739"/>
              <a:gd name="connsiteX173" fmla="*/ 3605003 w 12193149"/>
              <a:gd name="connsiteY173" fmla="*/ 1987381 h 2344739"/>
              <a:gd name="connsiteX174" fmla="*/ 3595884 w 12193149"/>
              <a:gd name="connsiteY174" fmla="*/ 1987545 h 2344739"/>
              <a:gd name="connsiteX175" fmla="*/ 3595649 w 12193149"/>
              <a:gd name="connsiteY175" fmla="*/ 1987276 h 2344739"/>
              <a:gd name="connsiteX176" fmla="*/ 3587126 w 12193149"/>
              <a:gd name="connsiteY176" fmla="*/ 1987966 h 2344739"/>
              <a:gd name="connsiteX177" fmla="*/ 3537283 w 12193149"/>
              <a:gd name="connsiteY177" fmla="*/ 1978267 h 2344739"/>
              <a:gd name="connsiteX178" fmla="*/ 3474371 w 12193149"/>
              <a:gd name="connsiteY178" fmla="*/ 1974606 h 2344739"/>
              <a:gd name="connsiteX179" fmla="*/ 3401876 w 12193149"/>
              <a:gd name="connsiteY179" fmla="*/ 1962558 h 2344739"/>
              <a:gd name="connsiteX180" fmla="*/ 3365036 w 12193149"/>
              <a:gd name="connsiteY180" fmla="*/ 1979510 h 2344739"/>
              <a:gd name="connsiteX181" fmla="*/ 3345174 w 12193149"/>
              <a:gd name="connsiteY181" fmla="*/ 1981192 h 2344739"/>
              <a:gd name="connsiteX182" fmla="*/ 3342846 w 12193149"/>
              <a:gd name="connsiteY182" fmla="*/ 1980217 h 2344739"/>
              <a:gd name="connsiteX183" fmla="*/ 3263504 w 12193149"/>
              <a:gd name="connsiteY183" fmla="*/ 1986094 h 2344739"/>
              <a:gd name="connsiteX184" fmla="*/ 3143704 w 12193149"/>
              <a:gd name="connsiteY184" fmla="*/ 1993869 h 2344739"/>
              <a:gd name="connsiteX185" fmla="*/ 3031439 w 12193149"/>
              <a:gd name="connsiteY185" fmla="*/ 1996512 h 2344739"/>
              <a:gd name="connsiteX186" fmla="*/ 2782717 w 12193149"/>
              <a:gd name="connsiteY186" fmla="*/ 2018333 h 2344739"/>
              <a:gd name="connsiteX187" fmla="*/ 2647675 w 12193149"/>
              <a:gd name="connsiteY187" fmla="*/ 2028869 h 2344739"/>
              <a:gd name="connsiteX188" fmla="*/ 2569176 w 12193149"/>
              <a:gd name="connsiteY188" fmla="*/ 2002628 h 2344739"/>
              <a:gd name="connsiteX189" fmla="*/ 2444403 w 12193149"/>
              <a:gd name="connsiteY189" fmla="*/ 2016529 h 2344739"/>
              <a:gd name="connsiteX190" fmla="*/ 2316260 w 12193149"/>
              <a:gd name="connsiteY190" fmla="*/ 2024996 h 2344739"/>
              <a:gd name="connsiteX191" fmla="*/ 2209726 w 12193149"/>
              <a:gd name="connsiteY191" fmla="*/ 2019763 h 2344739"/>
              <a:gd name="connsiteX192" fmla="*/ 2095813 w 12193149"/>
              <a:gd name="connsiteY192" fmla="*/ 2003052 h 2344739"/>
              <a:gd name="connsiteX193" fmla="*/ 1998504 w 12193149"/>
              <a:gd name="connsiteY193" fmla="*/ 1995032 h 2344739"/>
              <a:gd name="connsiteX194" fmla="*/ 1929320 w 12193149"/>
              <a:gd name="connsiteY194" fmla="*/ 2016977 h 2344739"/>
              <a:gd name="connsiteX195" fmla="*/ 1922798 w 12193149"/>
              <a:gd name="connsiteY195" fmla="*/ 2012146 h 2344739"/>
              <a:gd name="connsiteX196" fmla="*/ 1874228 w 12193149"/>
              <a:gd name="connsiteY196" fmla="*/ 2013741 h 2344739"/>
              <a:gd name="connsiteX197" fmla="*/ 1787803 w 12193149"/>
              <a:gd name="connsiteY197" fmla="*/ 2041363 h 2344739"/>
              <a:gd name="connsiteX198" fmla="*/ 1739352 w 12193149"/>
              <a:gd name="connsiteY198" fmla="*/ 2036312 h 2344739"/>
              <a:gd name="connsiteX199" fmla="*/ 1676219 w 12193149"/>
              <a:gd name="connsiteY199" fmla="*/ 2019963 h 2344739"/>
              <a:gd name="connsiteX200" fmla="*/ 1609817 w 12193149"/>
              <a:gd name="connsiteY200" fmla="*/ 2013066 h 2344739"/>
              <a:gd name="connsiteX201" fmla="*/ 1497258 w 12193149"/>
              <a:gd name="connsiteY201" fmla="*/ 1987476 h 2344739"/>
              <a:gd name="connsiteX202" fmla="*/ 1151127 w 12193149"/>
              <a:gd name="connsiteY202" fmla="*/ 1938041 h 2344739"/>
              <a:gd name="connsiteX203" fmla="*/ 859417 w 12193149"/>
              <a:gd name="connsiteY203" fmla="*/ 1928608 h 2344739"/>
              <a:gd name="connsiteX204" fmla="*/ 838688 w 12193149"/>
              <a:gd name="connsiteY204" fmla="*/ 1929821 h 2344739"/>
              <a:gd name="connsiteX205" fmla="*/ 817957 w 12193149"/>
              <a:gd name="connsiteY205" fmla="*/ 1927857 h 2344739"/>
              <a:gd name="connsiteX206" fmla="*/ 812654 w 12193149"/>
              <a:gd name="connsiteY206" fmla="*/ 1930751 h 2344739"/>
              <a:gd name="connsiteX207" fmla="*/ 721195 w 12193149"/>
              <a:gd name="connsiteY207" fmla="*/ 1929661 h 2344739"/>
              <a:gd name="connsiteX208" fmla="*/ 720890 w 12193149"/>
              <a:gd name="connsiteY208" fmla="*/ 1928399 h 2344739"/>
              <a:gd name="connsiteX209" fmla="*/ 710023 w 12193149"/>
              <a:gd name="connsiteY209" fmla="*/ 1922722 h 2344739"/>
              <a:gd name="connsiteX210" fmla="*/ 597940 w 12193149"/>
              <a:gd name="connsiteY210" fmla="*/ 1879864 h 2344739"/>
              <a:gd name="connsiteX211" fmla="*/ 579683 w 12193149"/>
              <a:gd name="connsiteY211" fmla="*/ 1877212 h 2344739"/>
              <a:gd name="connsiteX212" fmla="*/ 572865 w 12193149"/>
              <a:gd name="connsiteY212" fmla="*/ 1877401 h 2344739"/>
              <a:gd name="connsiteX213" fmla="*/ 446247 w 12193149"/>
              <a:gd name="connsiteY213" fmla="*/ 1839371 h 2344739"/>
              <a:gd name="connsiteX214" fmla="*/ 405163 w 12193149"/>
              <a:gd name="connsiteY214" fmla="*/ 1833548 h 2344739"/>
              <a:gd name="connsiteX215" fmla="*/ 293583 w 12193149"/>
              <a:gd name="connsiteY215" fmla="*/ 1812852 h 2344739"/>
              <a:gd name="connsiteX216" fmla="*/ 119529 w 12193149"/>
              <a:gd name="connsiteY216" fmla="*/ 1761047 h 2344739"/>
              <a:gd name="connsiteX217" fmla="*/ 16674 w 12193149"/>
              <a:gd name="connsiteY217" fmla="*/ 1758191 h 2344739"/>
              <a:gd name="connsiteX218" fmla="*/ 1150 w 12193149"/>
              <a:gd name="connsiteY218" fmla="*/ 1752722 h 2344739"/>
              <a:gd name="connsiteX219" fmla="*/ 1148 w 12193149"/>
              <a:gd name="connsiteY219" fmla="*/ 222213 h 2344739"/>
              <a:gd name="connsiteX220" fmla="*/ 1148 w 12193149"/>
              <a:gd name="connsiteY220"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749767 w 12193149"/>
              <a:gd name="connsiteY23" fmla="*/ 872002 h 2344739"/>
              <a:gd name="connsiteX24" fmla="*/ 11590693 w 12193149"/>
              <a:gd name="connsiteY24" fmla="*/ 963777 h 2344739"/>
              <a:gd name="connsiteX25" fmla="*/ 11506817 w 12193149"/>
              <a:gd name="connsiteY25" fmla="*/ 1033623 h 2344739"/>
              <a:gd name="connsiteX26" fmla="*/ 11280332 w 12193149"/>
              <a:gd name="connsiteY26" fmla="*/ 1223571 h 2344739"/>
              <a:gd name="connsiteX27" fmla="*/ 11228309 w 12193149"/>
              <a:gd name="connsiteY27" fmla="*/ 1276236 h 2344739"/>
              <a:gd name="connsiteX28" fmla="*/ 11218087 w 12193149"/>
              <a:gd name="connsiteY28" fmla="*/ 1275961 h 2344739"/>
              <a:gd name="connsiteX29" fmla="*/ 11217184 w 12193149"/>
              <a:gd name="connsiteY29" fmla="*/ 1275018 h 2344739"/>
              <a:gd name="connsiteX30" fmla="*/ 11188885 w 12193149"/>
              <a:gd name="connsiteY30" fmla="*/ 1292383 h 2344739"/>
              <a:gd name="connsiteX31" fmla="*/ 11184501 w 12193149"/>
              <a:gd name="connsiteY31" fmla="*/ 1292525 h 2344739"/>
              <a:gd name="connsiteX32" fmla="*/ 11166854 w 12193149"/>
              <a:gd name="connsiteY32" fmla="*/ 1306612 h 2344739"/>
              <a:gd name="connsiteX33" fmla="*/ 11157311 w 12193149"/>
              <a:gd name="connsiteY33" fmla="*/ 1312414 h 2344739"/>
              <a:gd name="connsiteX34" fmla="*/ 11155496 w 12193149"/>
              <a:gd name="connsiteY34" fmla="*/ 1317097 h 2344739"/>
              <a:gd name="connsiteX35" fmla="*/ 11140961 w 12193149"/>
              <a:gd name="connsiteY35" fmla="*/ 1324115 h 2344739"/>
              <a:gd name="connsiteX36" fmla="*/ 11138961 w 12193149"/>
              <a:gd name="connsiteY36" fmla="*/ 1323772 h 2344739"/>
              <a:gd name="connsiteX37" fmla="*/ 11128208 w 12193149"/>
              <a:gd name="connsiteY37" fmla="*/ 1333832 h 2344739"/>
              <a:gd name="connsiteX38" fmla="*/ 11120691 w 12193149"/>
              <a:gd name="connsiteY38" fmla="*/ 1347424 h 2344739"/>
              <a:gd name="connsiteX39" fmla="*/ 10894683 w 12193149"/>
              <a:gd name="connsiteY39" fmla="*/ 1473399 h 2344739"/>
              <a:gd name="connsiteX40" fmla="*/ 10773300 w 12193149"/>
              <a:gd name="connsiteY40" fmla="*/ 1523191 h 2344739"/>
              <a:gd name="connsiteX41" fmla="*/ 10627668 w 12193149"/>
              <a:gd name="connsiteY41" fmla="*/ 1559229 h 2344739"/>
              <a:gd name="connsiteX42" fmla="*/ 10581895 w 12193149"/>
              <a:gd name="connsiteY42" fmla="*/ 1568689 h 2344739"/>
              <a:gd name="connsiteX43" fmla="*/ 10547790 w 12193149"/>
              <a:gd name="connsiteY43" fmla="*/ 1598423 h 2344739"/>
              <a:gd name="connsiteX44" fmla="*/ 10529643 w 12193149"/>
              <a:gd name="connsiteY44" fmla="*/ 1596907 h 2344739"/>
              <a:gd name="connsiteX45" fmla="*/ 10526446 w 12193149"/>
              <a:gd name="connsiteY45" fmla="*/ 1596411 h 2344739"/>
              <a:gd name="connsiteX46" fmla="*/ 10515129 w 12193149"/>
              <a:gd name="connsiteY46" fmla="*/ 1599537 h 2344739"/>
              <a:gd name="connsiteX47" fmla="*/ 10491735 w 12193149"/>
              <a:gd name="connsiteY47" fmla="*/ 1594156 h 2344739"/>
              <a:gd name="connsiteX48" fmla="*/ 10471418 w 12193149"/>
              <a:gd name="connsiteY48" fmla="*/ 1601693 h 2344739"/>
              <a:gd name="connsiteX49" fmla="*/ 10377042 w 12193149"/>
              <a:gd name="connsiteY49" fmla="*/ 1644598 h 2344739"/>
              <a:gd name="connsiteX50" fmla="*/ 10319338 w 12193149"/>
              <a:gd name="connsiteY50" fmla="*/ 1666221 h 2344739"/>
              <a:gd name="connsiteX51" fmla="*/ 10295467 w 12193149"/>
              <a:gd name="connsiteY51" fmla="*/ 1668079 h 2344739"/>
              <a:gd name="connsiteX52" fmla="*/ 10263443 w 12193149"/>
              <a:gd name="connsiteY52" fmla="*/ 1674948 h 2344739"/>
              <a:gd name="connsiteX53" fmla="*/ 10205418 w 12193149"/>
              <a:gd name="connsiteY53" fmla="*/ 1682149 h 2344739"/>
              <a:gd name="connsiteX54" fmla="*/ 10177759 w 12193149"/>
              <a:gd name="connsiteY54" fmla="*/ 1692943 h 2344739"/>
              <a:gd name="connsiteX55" fmla="*/ 10165070 w 12193149"/>
              <a:gd name="connsiteY55" fmla="*/ 1693739 h 2344739"/>
              <a:gd name="connsiteX56" fmla="*/ 10156308 w 12193149"/>
              <a:gd name="connsiteY56" fmla="*/ 1707487 h 2344739"/>
              <a:gd name="connsiteX57" fmla="*/ 10118267 w 12193149"/>
              <a:gd name="connsiteY57" fmla="*/ 1731142 h 2344739"/>
              <a:gd name="connsiteX58" fmla="*/ 10083317 w 12193149"/>
              <a:gd name="connsiteY58" fmla="*/ 1743296 h 2344739"/>
              <a:gd name="connsiteX59" fmla="*/ 10040388 w 12193149"/>
              <a:gd name="connsiteY59" fmla="*/ 1741632 h 2344739"/>
              <a:gd name="connsiteX60" fmla="*/ 9961167 w 12193149"/>
              <a:gd name="connsiteY60" fmla="*/ 1757147 h 2344739"/>
              <a:gd name="connsiteX61" fmla="*/ 9848940 w 12193149"/>
              <a:gd name="connsiteY61" fmla="*/ 1763915 h 2344739"/>
              <a:gd name="connsiteX62" fmla="*/ 9729457 w 12193149"/>
              <a:gd name="connsiteY62" fmla="*/ 1784122 h 2344739"/>
              <a:gd name="connsiteX63" fmla="*/ 9613704 w 12193149"/>
              <a:gd name="connsiteY63" fmla="*/ 1812371 h 2344739"/>
              <a:gd name="connsiteX64" fmla="*/ 9338590 w 12193149"/>
              <a:gd name="connsiteY64" fmla="*/ 1869293 h 2344739"/>
              <a:gd name="connsiteX65" fmla="*/ 9232518 w 12193149"/>
              <a:gd name="connsiteY65" fmla="*/ 1893149 h 2344739"/>
              <a:gd name="connsiteX66" fmla="*/ 9156690 w 12193149"/>
              <a:gd name="connsiteY66" fmla="*/ 1903228 h 2344739"/>
              <a:gd name="connsiteX67" fmla="*/ 9054601 w 12193149"/>
              <a:gd name="connsiteY67" fmla="*/ 1910755 h 2344739"/>
              <a:gd name="connsiteX68" fmla="*/ 9006634 w 12193149"/>
              <a:gd name="connsiteY68" fmla="*/ 1914040 h 2344739"/>
              <a:gd name="connsiteX69" fmla="*/ 9006349 w 12193149"/>
              <a:gd name="connsiteY69" fmla="*/ 1913800 h 2344739"/>
              <a:gd name="connsiteX70" fmla="*/ 8997380 w 12193149"/>
              <a:gd name="connsiteY70" fmla="*/ 1915011 h 2344739"/>
              <a:gd name="connsiteX71" fmla="*/ 8991542 w 12193149"/>
              <a:gd name="connsiteY71" fmla="*/ 1917072 h 2344739"/>
              <a:gd name="connsiteX72" fmla="*/ 8975485 w 12193149"/>
              <a:gd name="connsiteY72" fmla="*/ 1920298 h 2344739"/>
              <a:gd name="connsiteX73" fmla="*/ 8969159 w 12193149"/>
              <a:gd name="connsiteY73" fmla="*/ 1919598 h 2344739"/>
              <a:gd name="connsiteX74" fmla="*/ 8964196 w 12193149"/>
              <a:gd name="connsiteY74" fmla="*/ 1917373 h 2344739"/>
              <a:gd name="connsiteX75" fmla="*/ 8930136 w 12193149"/>
              <a:gd name="connsiteY75" fmla="*/ 1914185 h 2344739"/>
              <a:gd name="connsiteX76" fmla="*/ 8753592 w 12193149"/>
              <a:gd name="connsiteY76" fmla="*/ 1933417 h 2344739"/>
              <a:gd name="connsiteX77" fmla="*/ 8708995 w 12193149"/>
              <a:gd name="connsiteY77" fmla="*/ 1935518 h 2344739"/>
              <a:gd name="connsiteX78" fmla="*/ 8597219 w 12193149"/>
              <a:gd name="connsiteY78" fmla="*/ 1944090 h 2344739"/>
              <a:gd name="connsiteX79" fmla="*/ 8526378 w 12193149"/>
              <a:gd name="connsiteY79" fmla="*/ 1929248 h 2344739"/>
              <a:gd name="connsiteX80" fmla="*/ 8512131 w 12193149"/>
              <a:gd name="connsiteY80" fmla="*/ 1935163 h 2344739"/>
              <a:gd name="connsiteX81" fmla="*/ 8507315 w 12193149"/>
              <a:gd name="connsiteY81" fmla="*/ 1938164 h 2344739"/>
              <a:gd name="connsiteX82" fmla="*/ 8499116 w 12193149"/>
              <a:gd name="connsiteY82" fmla="*/ 1940902 h 2344739"/>
              <a:gd name="connsiteX83" fmla="*/ 8498742 w 12193149"/>
              <a:gd name="connsiteY83" fmla="*/ 1940723 h 2344739"/>
              <a:gd name="connsiteX84" fmla="*/ 8491397 w 12193149"/>
              <a:gd name="connsiteY84" fmla="*/ 1943773 h 2344739"/>
              <a:gd name="connsiteX85" fmla="*/ 8368330 w 12193149"/>
              <a:gd name="connsiteY85" fmla="*/ 1957815 h 2344739"/>
              <a:gd name="connsiteX86" fmla="*/ 8354947 w 12193149"/>
              <a:gd name="connsiteY86" fmla="*/ 1958009 h 2344739"/>
              <a:gd name="connsiteX87" fmla="*/ 8321252 w 12193149"/>
              <a:gd name="connsiteY87" fmla="*/ 1974587 h 2344739"/>
              <a:gd name="connsiteX88" fmla="*/ 8315581 w 12193149"/>
              <a:gd name="connsiteY88" fmla="*/ 1974913 h 2344739"/>
              <a:gd name="connsiteX89" fmla="*/ 8296322 w 12193149"/>
              <a:gd name="connsiteY89" fmla="*/ 1988808 h 2344739"/>
              <a:gd name="connsiteX90" fmla="*/ 8285424 w 12193149"/>
              <a:gd name="connsiteY90" fmla="*/ 1994631 h 2344739"/>
              <a:gd name="connsiteX91" fmla="*/ 8284298 w 12193149"/>
              <a:gd name="connsiteY91" fmla="*/ 1999074 h 2344739"/>
              <a:gd name="connsiteX92" fmla="*/ 8267224 w 12193149"/>
              <a:gd name="connsiteY92" fmla="*/ 2006249 h 2344739"/>
              <a:gd name="connsiteX93" fmla="*/ 8264525 w 12193149"/>
              <a:gd name="connsiteY93" fmla="*/ 2006019 h 2344739"/>
              <a:gd name="connsiteX94" fmla="*/ 8253181 w 12193149"/>
              <a:gd name="connsiteY94" fmla="*/ 2015862 h 2344739"/>
              <a:gd name="connsiteX95" fmla="*/ 8246982 w 12193149"/>
              <a:gd name="connsiteY95" fmla="*/ 2028854 h 2344739"/>
              <a:gd name="connsiteX96" fmla="*/ 8091420 w 12193149"/>
              <a:gd name="connsiteY96" fmla="*/ 2075015 h 2344739"/>
              <a:gd name="connsiteX97" fmla="*/ 7906555 w 12193149"/>
              <a:gd name="connsiteY97" fmla="*/ 2116988 h 2344739"/>
              <a:gd name="connsiteX98" fmla="*/ 7719893 w 12193149"/>
              <a:gd name="connsiteY98" fmla="*/ 2142703 h 2344739"/>
              <a:gd name="connsiteX99" fmla="*/ 7615495 w 12193149"/>
              <a:gd name="connsiteY99" fmla="*/ 2139232 h 2344739"/>
              <a:gd name="connsiteX100" fmla="*/ 7528691 w 12193149"/>
              <a:gd name="connsiteY100" fmla="*/ 2145060 h 2344739"/>
              <a:gd name="connsiteX101" fmla="*/ 7520719 w 12193149"/>
              <a:gd name="connsiteY101" fmla="*/ 2147613 h 2344739"/>
              <a:gd name="connsiteX102" fmla="*/ 7508559 w 12193149"/>
              <a:gd name="connsiteY102" fmla="*/ 2148948 h 2344739"/>
              <a:gd name="connsiteX103" fmla="*/ 7508188 w 12193149"/>
              <a:gd name="connsiteY103" fmla="*/ 2148621 h 2344739"/>
              <a:gd name="connsiteX104" fmla="*/ 7496943 w 12193149"/>
              <a:gd name="connsiteY104" fmla="*/ 2150573 h 2344739"/>
              <a:gd name="connsiteX105" fmla="*/ 7219707 w 12193149"/>
              <a:gd name="connsiteY105" fmla="*/ 2156680 h 2344739"/>
              <a:gd name="connsiteX106" fmla="*/ 7202249 w 12193149"/>
              <a:gd name="connsiteY106" fmla="*/ 2161230 h 2344739"/>
              <a:gd name="connsiteX107" fmla="*/ 7198152 w 12193149"/>
              <a:gd name="connsiteY107" fmla="*/ 2166588 h 2344739"/>
              <a:gd name="connsiteX108" fmla="*/ 7171956 w 12193149"/>
              <a:gd name="connsiteY108" fmla="*/ 2171236 h 2344739"/>
              <a:gd name="connsiteX109" fmla="*/ 7098136 w 12193149"/>
              <a:gd name="connsiteY109" fmla="*/ 2183464 h 2344739"/>
              <a:gd name="connsiteX110" fmla="*/ 7019644 w 12193149"/>
              <a:gd name="connsiteY110" fmla="*/ 2183090 h 2344739"/>
              <a:gd name="connsiteX111" fmla="*/ 6905294 w 12193149"/>
              <a:gd name="connsiteY111" fmla="*/ 2212596 h 2344739"/>
              <a:gd name="connsiteX112" fmla="*/ 6709370 w 12193149"/>
              <a:gd name="connsiteY112" fmla="*/ 2240551 h 2344739"/>
              <a:gd name="connsiteX113" fmla="*/ 6550602 w 12193149"/>
              <a:gd name="connsiteY113" fmla="*/ 2269327 h 2344739"/>
              <a:gd name="connsiteX114" fmla="*/ 6318708 w 12193149"/>
              <a:gd name="connsiteY114" fmla="*/ 2316127 h 2344739"/>
              <a:gd name="connsiteX115" fmla="*/ 6169822 w 12193149"/>
              <a:gd name="connsiteY115" fmla="*/ 2318214 h 2344739"/>
              <a:gd name="connsiteX116" fmla="*/ 6074996 w 12193149"/>
              <a:gd name="connsiteY116" fmla="*/ 2338676 h 2344739"/>
              <a:gd name="connsiteX117" fmla="*/ 6069677 w 12193149"/>
              <a:gd name="connsiteY117" fmla="*/ 2337139 h 2344739"/>
              <a:gd name="connsiteX118" fmla="*/ 6049786 w 12193149"/>
              <a:gd name="connsiteY118" fmla="*/ 2337822 h 2344739"/>
              <a:gd name="connsiteX119" fmla="*/ 6042433 w 12193149"/>
              <a:gd name="connsiteY119" fmla="*/ 2329473 h 2344739"/>
              <a:gd name="connsiteX120" fmla="*/ 6011238 w 12193149"/>
              <a:gd name="connsiteY120" fmla="*/ 2324380 h 2344739"/>
              <a:gd name="connsiteX121" fmla="*/ 5958523 w 12193149"/>
              <a:gd name="connsiteY121" fmla="*/ 2328024 h 2344739"/>
              <a:gd name="connsiteX122" fmla="*/ 5760067 w 12193149"/>
              <a:gd name="connsiteY122" fmla="*/ 2343716 h 2344739"/>
              <a:gd name="connsiteX123" fmla="*/ 5628108 w 12193149"/>
              <a:gd name="connsiteY123" fmla="*/ 2344739 h 2344739"/>
              <a:gd name="connsiteX124" fmla="*/ 5472054 w 12193149"/>
              <a:gd name="connsiteY124" fmla="*/ 2330719 h 2344739"/>
              <a:gd name="connsiteX125" fmla="*/ 5433909 w 12193149"/>
              <a:gd name="connsiteY125" fmla="*/ 2319466 h 2344739"/>
              <a:gd name="connsiteX126" fmla="*/ 5382817 w 12193149"/>
              <a:gd name="connsiteY126" fmla="*/ 2301764 h 2344739"/>
              <a:gd name="connsiteX127" fmla="*/ 5262912 w 12193149"/>
              <a:gd name="connsiteY127" fmla="*/ 2281347 h 2344739"/>
              <a:gd name="connsiteX128" fmla="*/ 5224109 w 12193149"/>
              <a:gd name="connsiteY128" fmla="*/ 2270223 h 2344739"/>
              <a:gd name="connsiteX129" fmla="*/ 5175808 w 12193149"/>
              <a:gd name="connsiteY129" fmla="*/ 2267233 h 2344739"/>
              <a:gd name="connsiteX130" fmla="*/ 5157702 w 12193149"/>
              <a:gd name="connsiteY130" fmla="*/ 2260010 h 2344739"/>
              <a:gd name="connsiteX131" fmla="*/ 5143747 w 12193149"/>
              <a:gd name="connsiteY131" fmla="*/ 2256610 h 2344739"/>
              <a:gd name="connsiteX132" fmla="*/ 5140744 w 12193149"/>
              <a:gd name="connsiteY132" fmla="*/ 2254509 h 2344739"/>
              <a:gd name="connsiteX133" fmla="*/ 5122807 w 12193149"/>
              <a:gd name="connsiteY133" fmla="*/ 2243656 h 2344739"/>
              <a:gd name="connsiteX134" fmla="*/ 5066938 w 12193149"/>
              <a:gd name="connsiteY134" fmla="*/ 2250227 h 2344739"/>
              <a:gd name="connsiteX135" fmla="*/ 5012662 w 12193149"/>
              <a:gd name="connsiteY135" fmla="*/ 2233846 h 2344739"/>
              <a:gd name="connsiteX136" fmla="*/ 4841589 w 12193149"/>
              <a:gd name="connsiteY136" fmla="*/ 2209829 h 2344739"/>
              <a:gd name="connsiteX137" fmla="*/ 4763595 w 12193149"/>
              <a:gd name="connsiteY137" fmla="*/ 2182061 h 2344739"/>
              <a:gd name="connsiteX138" fmla="*/ 4724334 w 12193149"/>
              <a:gd name="connsiteY138" fmla="*/ 2173047 h 2344739"/>
              <a:gd name="connsiteX139" fmla="*/ 4722324 w 12193149"/>
              <a:gd name="connsiteY139" fmla="*/ 2172298 h 2344739"/>
              <a:gd name="connsiteX140" fmla="*/ 4723259 w 12193149"/>
              <a:gd name="connsiteY140" fmla="*/ 2172087 h 2344739"/>
              <a:gd name="connsiteX141" fmla="*/ 4718350 w 12193149"/>
              <a:gd name="connsiteY141" fmla="*/ 2170817 h 2344739"/>
              <a:gd name="connsiteX142" fmla="*/ 4722324 w 12193149"/>
              <a:gd name="connsiteY142" fmla="*/ 2172298 h 2344739"/>
              <a:gd name="connsiteX143" fmla="*/ 4716674 w 12193149"/>
              <a:gd name="connsiteY143" fmla="*/ 2173573 h 2344739"/>
              <a:gd name="connsiteX144" fmla="*/ 4516962 w 12193149"/>
              <a:gd name="connsiteY144" fmla="*/ 2163671 h 2344739"/>
              <a:gd name="connsiteX145" fmla="*/ 4429691 w 12193149"/>
              <a:gd name="connsiteY145" fmla="*/ 2153020 h 2344739"/>
              <a:gd name="connsiteX146" fmla="*/ 4364023 w 12193149"/>
              <a:gd name="connsiteY146" fmla="*/ 2151674 h 2344739"/>
              <a:gd name="connsiteX147" fmla="*/ 4318114 w 12193149"/>
              <a:gd name="connsiteY147" fmla="*/ 2158289 h 2344739"/>
              <a:gd name="connsiteX148" fmla="*/ 4316258 w 12193149"/>
              <a:gd name="connsiteY148" fmla="*/ 2156948 h 2344739"/>
              <a:gd name="connsiteX149" fmla="*/ 4296292 w 12193149"/>
              <a:gd name="connsiteY149" fmla="*/ 2155069 h 2344739"/>
              <a:gd name="connsiteX150" fmla="*/ 4291212 w 12193149"/>
              <a:gd name="connsiteY150" fmla="*/ 2157986 h 2344739"/>
              <a:gd name="connsiteX151" fmla="*/ 4277290 w 12193149"/>
              <a:gd name="connsiteY151" fmla="*/ 2157740 h 2344739"/>
              <a:gd name="connsiteX152" fmla="*/ 4249265 w 12193149"/>
              <a:gd name="connsiteY152" fmla="*/ 2160064 h 2344739"/>
              <a:gd name="connsiteX153" fmla="*/ 4203199 w 12193149"/>
              <a:gd name="connsiteY153" fmla="*/ 2157269 h 2344739"/>
              <a:gd name="connsiteX154" fmla="*/ 4202893 w 12193149"/>
              <a:gd name="connsiteY154" fmla="*/ 2156010 h 2344739"/>
              <a:gd name="connsiteX155" fmla="*/ 4192396 w 12193149"/>
              <a:gd name="connsiteY155" fmla="*/ 2150376 h 2344739"/>
              <a:gd name="connsiteX156" fmla="*/ 4143893 w 12193149"/>
              <a:gd name="connsiteY156" fmla="*/ 2134511 h 2344739"/>
              <a:gd name="connsiteX157" fmla="*/ 4084245 w 12193149"/>
              <a:gd name="connsiteY157" fmla="*/ 2107978 h 2344739"/>
              <a:gd name="connsiteX158" fmla="*/ 4075694 w 12193149"/>
              <a:gd name="connsiteY158" fmla="*/ 2107143 h 2344739"/>
              <a:gd name="connsiteX159" fmla="*/ 4075575 w 12193149"/>
              <a:gd name="connsiteY159" fmla="*/ 2106844 h 2344739"/>
              <a:gd name="connsiteX160" fmla="*/ 4066658 w 12193149"/>
              <a:gd name="connsiteY160" fmla="*/ 2105400 h 2344739"/>
              <a:gd name="connsiteX161" fmla="*/ 4060102 w 12193149"/>
              <a:gd name="connsiteY161" fmla="*/ 2105618 h 2344739"/>
              <a:gd name="connsiteX162" fmla="*/ 4043512 w 12193149"/>
              <a:gd name="connsiteY162" fmla="*/ 2103997 h 2344739"/>
              <a:gd name="connsiteX163" fmla="*/ 4038145 w 12193149"/>
              <a:gd name="connsiteY163" fmla="*/ 2101563 h 2344739"/>
              <a:gd name="connsiteX164" fmla="*/ 4036511 w 12193149"/>
              <a:gd name="connsiteY164" fmla="*/ 2097896 h 2344739"/>
              <a:gd name="connsiteX165" fmla="*/ 4034926 w 12193149"/>
              <a:gd name="connsiteY165" fmla="*/ 2098131 h 2344739"/>
              <a:gd name="connsiteX166" fmla="*/ 4005686 w 12193149"/>
              <a:gd name="connsiteY166" fmla="*/ 2085563 h 2344739"/>
              <a:gd name="connsiteX167" fmla="*/ 3937994 w 12193149"/>
              <a:gd name="connsiteY167" fmla="*/ 2068106 h 2344739"/>
              <a:gd name="connsiteX168" fmla="*/ 3898423 w 12193149"/>
              <a:gd name="connsiteY168" fmla="*/ 2062451 h 2344739"/>
              <a:gd name="connsiteX169" fmla="*/ 3790908 w 12193149"/>
              <a:gd name="connsiteY169" fmla="*/ 2042213 h 2344739"/>
              <a:gd name="connsiteX170" fmla="*/ 3683661 w 12193149"/>
              <a:gd name="connsiteY170" fmla="*/ 2018290 h 2344739"/>
              <a:gd name="connsiteX171" fmla="*/ 3611183 w 12193149"/>
              <a:gd name="connsiteY171" fmla="*/ 1986019 h 2344739"/>
              <a:gd name="connsiteX172" fmla="*/ 3605003 w 12193149"/>
              <a:gd name="connsiteY172" fmla="*/ 1987381 h 2344739"/>
              <a:gd name="connsiteX173" fmla="*/ 3595884 w 12193149"/>
              <a:gd name="connsiteY173" fmla="*/ 1987545 h 2344739"/>
              <a:gd name="connsiteX174" fmla="*/ 3595649 w 12193149"/>
              <a:gd name="connsiteY174" fmla="*/ 1987276 h 2344739"/>
              <a:gd name="connsiteX175" fmla="*/ 3587126 w 12193149"/>
              <a:gd name="connsiteY175" fmla="*/ 1987966 h 2344739"/>
              <a:gd name="connsiteX176" fmla="*/ 3537283 w 12193149"/>
              <a:gd name="connsiteY176" fmla="*/ 1978267 h 2344739"/>
              <a:gd name="connsiteX177" fmla="*/ 3474371 w 12193149"/>
              <a:gd name="connsiteY177" fmla="*/ 1974606 h 2344739"/>
              <a:gd name="connsiteX178" fmla="*/ 3401876 w 12193149"/>
              <a:gd name="connsiteY178" fmla="*/ 1962558 h 2344739"/>
              <a:gd name="connsiteX179" fmla="*/ 3365036 w 12193149"/>
              <a:gd name="connsiteY179" fmla="*/ 1979510 h 2344739"/>
              <a:gd name="connsiteX180" fmla="*/ 3345174 w 12193149"/>
              <a:gd name="connsiteY180" fmla="*/ 1981192 h 2344739"/>
              <a:gd name="connsiteX181" fmla="*/ 3342846 w 12193149"/>
              <a:gd name="connsiteY181" fmla="*/ 1980217 h 2344739"/>
              <a:gd name="connsiteX182" fmla="*/ 3263504 w 12193149"/>
              <a:gd name="connsiteY182" fmla="*/ 1986094 h 2344739"/>
              <a:gd name="connsiteX183" fmla="*/ 3143704 w 12193149"/>
              <a:gd name="connsiteY183" fmla="*/ 1993869 h 2344739"/>
              <a:gd name="connsiteX184" fmla="*/ 3031439 w 12193149"/>
              <a:gd name="connsiteY184" fmla="*/ 1996512 h 2344739"/>
              <a:gd name="connsiteX185" fmla="*/ 2782717 w 12193149"/>
              <a:gd name="connsiteY185" fmla="*/ 2018333 h 2344739"/>
              <a:gd name="connsiteX186" fmla="*/ 2647675 w 12193149"/>
              <a:gd name="connsiteY186" fmla="*/ 2028869 h 2344739"/>
              <a:gd name="connsiteX187" fmla="*/ 2569176 w 12193149"/>
              <a:gd name="connsiteY187" fmla="*/ 2002628 h 2344739"/>
              <a:gd name="connsiteX188" fmla="*/ 2444403 w 12193149"/>
              <a:gd name="connsiteY188" fmla="*/ 2016529 h 2344739"/>
              <a:gd name="connsiteX189" fmla="*/ 2316260 w 12193149"/>
              <a:gd name="connsiteY189" fmla="*/ 2024996 h 2344739"/>
              <a:gd name="connsiteX190" fmla="*/ 2209726 w 12193149"/>
              <a:gd name="connsiteY190" fmla="*/ 2019763 h 2344739"/>
              <a:gd name="connsiteX191" fmla="*/ 2095813 w 12193149"/>
              <a:gd name="connsiteY191" fmla="*/ 2003052 h 2344739"/>
              <a:gd name="connsiteX192" fmla="*/ 1998504 w 12193149"/>
              <a:gd name="connsiteY192" fmla="*/ 1995032 h 2344739"/>
              <a:gd name="connsiteX193" fmla="*/ 1929320 w 12193149"/>
              <a:gd name="connsiteY193" fmla="*/ 2016977 h 2344739"/>
              <a:gd name="connsiteX194" fmla="*/ 1922798 w 12193149"/>
              <a:gd name="connsiteY194" fmla="*/ 2012146 h 2344739"/>
              <a:gd name="connsiteX195" fmla="*/ 1874228 w 12193149"/>
              <a:gd name="connsiteY195" fmla="*/ 2013741 h 2344739"/>
              <a:gd name="connsiteX196" fmla="*/ 1787803 w 12193149"/>
              <a:gd name="connsiteY196" fmla="*/ 2041363 h 2344739"/>
              <a:gd name="connsiteX197" fmla="*/ 1739352 w 12193149"/>
              <a:gd name="connsiteY197" fmla="*/ 2036312 h 2344739"/>
              <a:gd name="connsiteX198" fmla="*/ 1676219 w 12193149"/>
              <a:gd name="connsiteY198" fmla="*/ 2019963 h 2344739"/>
              <a:gd name="connsiteX199" fmla="*/ 1609817 w 12193149"/>
              <a:gd name="connsiteY199" fmla="*/ 2013066 h 2344739"/>
              <a:gd name="connsiteX200" fmla="*/ 1497258 w 12193149"/>
              <a:gd name="connsiteY200" fmla="*/ 1987476 h 2344739"/>
              <a:gd name="connsiteX201" fmla="*/ 1151127 w 12193149"/>
              <a:gd name="connsiteY201" fmla="*/ 1938041 h 2344739"/>
              <a:gd name="connsiteX202" fmla="*/ 859417 w 12193149"/>
              <a:gd name="connsiteY202" fmla="*/ 1928608 h 2344739"/>
              <a:gd name="connsiteX203" fmla="*/ 838688 w 12193149"/>
              <a:gd name="connsiteY203" fmla="*/ 1929821 h 2344739"/>
              <a:gd name="connsiteX204" fmla="*/ 817957 w 12193149"/>
              <a:gd name="connsiteY204" fmla="*/ 1927857 h 2344739"/>
              <a:gd name="connsiteX205" fmla="*/ 812654 w 12193149"/>
              <a:gd name="connsiteY205" fmla="*/ 1930751 h 2344739"/>
              <a:gd name="connsiteX206" fmla="*/ 721195 w 12193149"/>
              <a:gd name="connsiteY206" fmla="*/ 1929661 h 2344739"/>
              <a:gd name="connsiteX207" fmla="*/ 720890 w 12193149"/>
              <a:gd name="connsiteY207" fmla="*/ 1928399 h 2344739"/>
              <a:gd name="connsiteX208" fmla="*/ 710023 w 12193149"/>
              <a:gd name="connsiteY208" fmla="*/ 1922722 h 2344739"/>
              <a:gd name="connsiteX209" fmla="*/ 597940 w 12193149"/>
              <a:gd name="connsiteY209" fmla="*/ 1879864 h 2344739"/>
              <a:gd name="connsiteX210" fmla="*/ 579683 w 12193149"/>
              <a:gd name="connsiteY210" fmla="*/ 1877212 h 2344739"/>
              <a:gd name="connsiteX211" fmla="*/ 572865 w 12193149"/>
              <a:gd name="connsiteY211" fmla="*/ 1877401 h 2344739"/>
              <a:gd name="connsiteX212" fmla="*/ 446247 w 12193149"/>
              <a:gd name="connsiteY212" fmla="*/ 1839371 h 2344739"/>
              <a:gd name="connsiteX213" fmla="*/ 405163 w 12193149"/>
              <a:gd name="connsiteY213" fmla="*/ 1833548 h 2344739"/>
              <a:gd name="connsiteX214" fmla="*/ 293583 w 12193149"/>
              <a:gd name="connsiteY214" fmla="*/ 1812852 h 2344739"/>
              <a:gd name="connsiteX215" fmla="*/ 119529 w 12193149"/>
              <a:gd name="connsiteY215" fmla="*/ 1761047 h 2344739"/>
              <a:gd name="connsiteX216" fmla="*/ 16674 w 12193149"/>
              <a:gd name="connsiteY216" fmla="*/ 1758191 h 2344739"/>
              <a:gd name="connsiteX217" fmla="*/ 1150 w 12193149"/>
              <a:gd name="connsiteY217" fmla="*/ 1752722 h 2344739"/>
              <a:gd name="connsiteX218" fmla="*/ 1148 w 12193149"/>
              <a:gd name="connsiteY218" fmla="*/ 222213 h 2344739"/>
              <a:gd name="connsiteX219" fmla="*/ 1148 w 12193149"/>
              <a:gd name="connsiteY219"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8 w 12193149"/>
              <a:gd name="connsiteY3" fmla="*/ 389190 h 2344739"/>
              <a:gd name="connsiteX4" fmla="*/ 12193149 w 12193149"/>
              <a:gd name="connsiteY4" fmla="*/ 579739 h 2344739"/>
              <a:gd name="connsiteX5" fmla="*/ 12185986 w 12193149"/>
              <a:gd name="connsiteY5" fmla="*/ 584189 h 2344739"/>
              <a:gd name="connsiteX6" fmla="*/ 12156363 w 12193149"/>
              <a:gd name="connsiteY6" fmla="*/ 597366 h 2344739"/>
              <a:gd name="connsiteX7" fmla="*/ 12139215 w 12193149"/>
              <a:gd name="connsiteY7" fmla="*/ 623179 h 2344739"/>
              <a:gd name="connsiteX8" fmla="*/ 12126327 w 12193149"/>
              <a:gd name="connsiteY8" fmla="*/ 624690 h 2344739"/>
              <a:gd name="connsiteX9" fmla="*/ 12124007 w 12193149"/>
              <a:gd name="connsiteY9" fmla="*/ 624794 h 2344739"/>
              <a:gd name="connsiteX10" fmla="*/ 12116854 w 12193149"/>
              <a:gd name="connsiteY10" fmla="*/ 628608 h 2344739"/>
              <a:gd name="connsiteX11" fmla="*/ 12099497 w 12193149"/>
              <a:gd name="connsiteY11" fmla="*/ 628139 h 2344739"/>
              <a:gd name="connsiteX12" fmla="*/ 12087073 w 12193149"/>
              <a:gd name="connsiteY12" fmla="*/ 636341 h 2344739"/>
              <a:gd name="connsiteX13" fmla="*/ 12031073 w 12193149"/>
              <a:gd name="connsiteY13" fmla="*/ 680009 h 2344739"/>
              <a:gd name="connsiteX14" fmla="*/ 11995833 w 12193149"/>
              <a:gd name="connsiteY14" fmla="*/ 703458 h 2344739"/>
              <a:gd name="connsiteX15" fmla="*/ 11979717 w 12193149"/>
              <a:gd name="connsiteY15" fmla="*/ 708161 h 2344739"/>
              <a:gd name="connsiteX16" fmla="*/ 11959046 w 12193149"/>
              <a:gd name="connsiteY16" fmla="*/ 717558 h 2344739"/>
              <a:gd name="connsiteX17" fmla="*/ 11920454 w 12193149"/>
              <a:gd name="connsiteY17" fmla="*/ 730883 h 2344739"/>
              <a:gd name="connsiteX18" fmla="*/ 11903656 w 12193149"/>
              <a:gd name="connsiteY18" fmla="*/ 742426 h 2344739"/>
              <a:gd name="connsiteX19" fmla="*/ 11895048 w 12193149"/>
              <a:gd name="connsiteY19" fmla="*/ 744791 h 2344739"/>
              <a:gd name="connsiteX20" fmla="*/ 11891968 w 12193149"/>
              <a:gd name="connsiteY20" fmla="*/ 755729 h 2344739"/>
              <a:gd name="connsiteX21" fmla="*/ 11870776 w 12193149"/>
              <a:gd name="connsiteY21" fmla="*/ 777816 h 2344739"/>
              <a:gd name="connsiteX22" fmla="*/ 11813376 w 12193149"/>
              <a:gd name="connsiteY22" fmla="*/ 797659 h 2344739"/>
              <a:gd name="connsiteX23" fmla="*/ 11590693 w 12193149"/>
              <a:gd name="connsiteY23" fmla="*/ 963777 h 2344739"/>
              <a:gd name="connsiteX24" fmla="*/ 11506817 w 12193149"/>
              <a:gd name="connsiteY24" fmla="*/ 1033623 h 2344739"/>
              <a:gd name="connsiteX25" fmla="*/ 11280332 w 12193149"/>
              <a:gd name="connsiteY25" fmla="*/ 1223571 h 2344739"/>
              <a:gd name="connsiteX26" fmla="*/ 11228309 w 12193149"/>
              <a:gd name="connsiteY26" fmla="*/ 1276236 h 2344739"/>
              <a:gd name="connsiteX27" fmla="*/ 11218087 w 12193149"/>
              <a:gd name="connsiteY27" fmla="*/ 1275961 h 2344739"/>
              <a:gd name="connsiteX28" fmla="*/ 11217184 w 12193149"/>
              <a:gd name="connsiteY28" fmla="*/ 1275018 h 2344739"/>
              <a:gd name="connsiteX29" fmla="*/ 11188885 w 12193149"/>
              <a:gd name="connsiteY29" fmla="*/ 1292383 h 2344739"/>
              <a:gd name="connsiteX30" fmla="*/ 11184501 w 12193149"/>
              <a:gd name="connsiteY30" fmla="*/ 1292525 h 2344739"/>
              <a:gd name="connsiteX31" fmla="*/ 11166854 w 12193149"/>
              <a:gd name="connsiteY31" fmla="*/ 1306612 h 2344739"/>
              <a:gd name="connsiteX32" fmla="*/ 11157311 w 12193149"/>
              <a:gd name="connsiteY32" fmla="*/ 1312414 h 2344739"/>
              <a:gd name="connsiteX33" fmla="*/ 11155496 w 12193149"/>
              <a:gd name="connsiteY33" fmla="*/ 1317097 h 2344739"/>
              <a:gd name="connsiteX34" fmla="*/ 11140961 w 12193149"/>
              <a:gd name="connsiteY34" fmla="*/ 1324115 h 2344739"/>
              <a:gd name="connsiteX35" fmla="*/ 11138961 w 12193149"/>
              <a:gd name="connsiteY35" fmla="*/ 1323772 h 2344739"/>
              <a:gd name="connsiteX36" fmla="*/ 11128208 w 12193149"/>
              <a:gd name="connsiteY36" fmla="*/ 1333832 h 2344739"/>
              <a:gd name="connsiteX37" fmla="*/ 11120691 w 12193149"/>
              <a:gd name="connsiteY37" fmla="*/ 1347424 h 2344739"/>
              <a:gd name="connsiteX38" fmla="*/ 10894683 w 12193149"/>
              <a:gd name="connsiteY38" fmla="*/ 1473399 h 2344739"/>
              <a:gd name="connsiteX39" fmla="*/ 10773300 w 12193149"/>
              <a:gd name="connsiteY39" fmla="*/ 1523191 h 2344739"/>
              <a:gd name="connsiteX40" fmla="*/ 10627668 w 12193149"/>
              <a:gd name="connsiteY40" fmla="*/ 1559229 h 2344739"/>
              <a:gd name="connsiteX41" fmla="*/ 10581895 w 12193149"/>
              <a:gd name="connsiteY41" fmla="*/ 1568689 h 2344739"/>
              <a:gd name="connsiteX42" fmla="*/ 10547790 w 12193149"/>
              <a:gd name="connsiteY42" fmla="*/ 1598423 h 2344739"/>
              <a:gd name="connsiteX43" fmla="*/ 10529643 w 12193149"/>
              <a:gd name="connsiteY43" fmla="*/ 1596907 h 2344739"/>
              <a:gd name="connsiteX44" fmla="*/ 10526446 w 12193149"/>
              <a:gd name="connsiteY44" fmla="*/ 1596411 h 2344739"/>
              <a:gd name="connsiteX45" fmla="*/ 10515129 w 12193149"/>
              <a:gd name="connsiteY45" fmla="*/ 1599537 h 2344739"/>
              <a:gd name="connsiteX46" fmla="*/ 10491735 w 12193149"/>
              <a:gd name="connsiteY46" fmla="*/ 1594156 h 2344739"/>
              <a:gd name="connsiteX47" fmla="*/ 10471418 w 12193149"/>
              <a:gd name="connsiteY47" fmla="*/ 1601693 h 2344739"/>
              <a:gd name="connsiteX48" fmla="*/ 10377042 w 12193149"/>
              <a:gd name="connsiteY48" fmla="*/ 1644598 h 2344739"/>
              <a:gd name="connsiteX49" fmla="*/ 10319338 w 12193149"/>
              <a:gd name="connsiteY49" fmla="*/ 1666221 h 2344739"/>
              <a:gd name="connsiteX50" fmla="*/ 10295467 w 12193149"/>
              <a:gd name="connsiteY50" fmla="*/ 1668079 h 2344739"/>
              <a:gd name="connsiteX51" fmla="*/ 10263443 w 12193149"/>
              <a:gd name="connsiteY51" fmla="*/ 1674948 h 2344739"/>
              <a:gd name="connsiteX52" fmla="*/ 10205418 w 12193149"/>
              <a:gd name="connsiteY52" fmla="*/ 1682149 h 2344739"/>
              <a:gd name="connsiteX53" fmla="*/ 10177759 w 12193149"/>
              <a:gd name="connsiteY53" fmla="*/ 1692943 h 2344739"/>
              <a:gd name="connsiteX54" fmla="*/ 10165070 w 12193149"/>
              <a:gd name="connsiteY54" fmla="*/ 1693739 h 2344739"/>
              <a:gd name="connsiteX55" fmla="*/ 10156308 w 12193149"/>
              <a:gd name="connsiteY55" fmla="*/ 1707487 h 2344739"/>
              <a:gd name="connsiteX56" fmla="*/ 10118267 w 12193149"/>
              <a:gd name="connsiteY56" fmla="*/ 1731142 h 2344739"/>
              <a:gd name="connsiteX57" fmla="*/ 10083317 w 12193149"/>
              <a:gd name="connsiteY57" fmla="*/ 1743296 h 2344739"/>
              <a:gd name="connsiteX58" fmla="*/ 10040388 w 12193149"/>
              <a:gd name="connsiteY58" fmla="*/ 1741632 h 2344739"/>
              <a:gd name="connsiteX59" fmla="*/ 9961167 w 12193149"/>
              <a:gd name="connsiteY59" fmla="*/ 1757147 h 2344739"/>
              <a:gd name="connsiteX60" fmla="*/ 9848940 w 12193149"/>
              <a:gd name="connsiteY60" fmla="*/ 1763915 h 2344739"/>
              <a:gd name="connsiteX61" fmla="*/ 9729457 w 12193149"/>
              <a:gd name="connsiteY61" fmla="*/ 1784122 h 2344739"/>
              <a:gd name="connsiteX62" fmla="*/ 9613704 w 12193149"/>
              <a:gd name="connsiteY62" fmla="*/ 1812371 h 2344739"/>
              <a:gd name="connsiteX63" fmla="*/ 9338590 w 12193149"/>
              <a:gd name="connsiteY63" fmla="*/ 1869293 h 2344739"/>
              <a:gd name="connsiteX64" fmla="*/ 9232518 w 12193149"/>
              <a:gd name="connsiteY64" fmla="*/ 1893149 h 2344739"/>
              <a:gd name="connsiteX65" fmla="*/ 9156690 w 12193149"/>
              <a:gd name="connsiteY65" fmla="*/ 1903228 h 2344739"/>
              <a:gd name="connsiteX66" fmla="*/ 9054601 w 12193149"/>
              <a:gd name="connsiteY66" fmla="*/ 1910755 h 2344739"/>
              <a:gd name="connsiteX67" fmla="*/ 9006634 w 12193149"/>
              <a:gd name="connsiteY67" fmla="*/ 1914040 h 2344739"/>
              <a:gd name="connsiteX68" fmla="*/ 9006349 w 12193149"/>
              <a:gd name="connsiteY68" fmla="*/ 1913800 h 2344739"/>
              <a:gd name="connsiteX69" fmla="*/ 8997380 w 12193149"/>
              <a:gd name="connsiteY69" fmla="*/ 1915011 h 2344739"/>
              <a:gd name="connsiteX70" fmla="*/ 8991542 w 12193149"/>
              <a:gd name="connsiteY70" fmla="*/ 1917072 h 2344739"/>
              <a:gd name="connsiteX71" fmla="*/ 8975485 w 12193149"/>
              <a:gd name="connsiteY71" fmla="*/ 1920298 h 2344739"/>
              <a:gd name="connsiteX72" fmla="*/ 8969159 w 12193149"/>
              <a:gd name="connsiteY72" fmla="*/ 1919598 h 2344739"/>
              <a:gd name="connsiteX73" fmla="*/ 8964196 w 12193149"/>
              <a:gd name="connsiteY73" fmla="*/ 1917373 h 2344739"/>
              <a:gd name="connsiteX74" fmla="*/ 8930136 w 12193149"/>
              <a:gd name="connsiteY74" fmla="*/ 1914185 h 2344739"/>
              <a:gd name="connsiteX75" fmla="*/ 8753592 w 12193149"/>
              <a:gd name="connsiteY75" fmla="*/ 1933417 h 2344739"/>
              <a:gd name="connsiteX76" fmla="*/ 8708995 w 12193149"/>
              <a:gd name="connsiteY76" fmla="*/ 1935518 h 2344739"/>
              <a:gd name="connsiteX77" fmla="*/ 8597219 w 12193149"/>
              <a:gd name="connsiteY77" fmla="*/ 1944090 h 2344739"/>
              <a:gd name="connsiteX78" fmla="*/ 8526378 w 12193149"/>
              <a:gd name="connsiteY78" fmla="*/ 1929248 h 2344739"/>
              <a:gd name="connsiteX79" fmla="*/ 8512131 w 12193149"/>
              <a:gd name="connsiteY79" fmla="*/ 1935163 h 2344739"/>
              <a:gd name="connsiteX80" fmla="*/ 8507315 w 12193149"/>
              <a:gd name="connsiteY80" fmla="*/ 1938164 h 2344739"/>
              <a:gd name="connsiteX81" fmla="*/ 8499116 w 12193149"/>
              <a:gd name="connsiteY81" fmla="*/ 1940902 h 2344739"/>
              <a:gd name="connsiteX82" fmla="*/ 8498742 w 12193149"/>
              <a:gd name="connsiteY82" fmla="*/ 1940723 h 2344739"/>
              <a:gd name="connsiteX83" fmla="*/ 8491397 w 12193149"/>
              <a:gd name="connsiteY83" fmla="*/ 1943773 h 2344739"/>
              <a:gd name="connsiteX84" fmla="*/ 8368330 w 12193149"/>
              <a:gd name="connsiteY84" fmla="*/ 1957815 h 2344739"/>
              <a:gd name="connsiteX85" fmla="*/ 8354947 w 12193149"/>
              <a:gd name="connsiteY85" fmla="*/ 1958009 h 2344739"/>
              <a:gd name="connsiteX86" fmla="*/ 8321252 w 12193149"/>
              <a:gd name="connsiteY86" fmla="*/ 1974587 h 2344739"/>
              <a:gd name="connsiteX87" fmla="*/ 8315581 w 12193149"/>
              <a:gd name="connsiteY87" fmla="*/ 1974913 h 2344739"/>
              <a:gd name="connsiteX88" fmla="*/ 8296322 w 12193149"/>
              <a:gd name="connsiteY88" fmla="*/ 1988808 h 2344739"/>
              <a:gd name="connsiteX89" fmla="*/ 8285424 w 12193149"/>
              <a:gd name="connsiteY89" fmla="*/ 1994631 h 2344739"/>
              <a:gd name="connsiteX90" fmla="*/ 8284298 w 12193149"/>
              <a:gd name="connsiteY90" fmla="*/ 1999074 h 2344739"/>
              <a:gd name="connsiteX91" fmla="*/ 8267224 w 12193149"/>
              <a:gd name="connsiteY91" fmla="*/ 2006249 h 2344739"/>
              <a:gd name="connsiteX92" fmla="*/ 8264525 w 12193149"/>
              <a:gd name="connsiteY92" fmla="*/ 2006019 h 2344739"/>
              <a:gd name="connsiteX93" fmla="*/ 8253181 w 12193149"/>
              <a:gd name="connsiteY93" fmla="*/ 2015862 h 2344739"/>
              <a:gd name="connsiteX94" fmla="*/ 8246982 w 12193149"/>
              <a:gd name="connsiteY94" fmla="*/ 2028854 h 2344739"/>
              <a:gd name="connsiteX95" fmla="*/ 8091420 w 12193149"/>
              <a:gd name="connsiteY95" fmla="*/ 2075015 h 2344739"/>
              <a:gd name="connsiteX96" fmla="*/ 7906555 w 12193149"/>
              <a:gd name="connsiteY96" fmla="*/ 2116988 h 2344739"/>
              <a:gd name="connsiteX97" fmla="*/ 7719893 w 12193149"/>
              <a:gd name="connsiteY97" fmla="*/ 2142703 h 2344739"/>
              <a:gd name="connsiteX98" fmla="*/ 7615495 w 12193149"/>
              <a:gd name="connsiteY98" fmla="*/ 2139232 h 2344739"/>
              <a:gd name="connsiteX99" fmla="*/ 7528691 w 12193149"/>
              <a:gd name="connsiteY99" fmla="*/ 2145060 h 2344739"/>
              <a:gd name="connsiteX100" fmla="*/ 7520719 w 12193149"/>
              <a:gd name="connsiteY100" fmla="*/ 2147613 h 2344739"/>
              <a:gd name="connsiteX101" fmla="*/ 7508559 w 12193149"/>
              <a:gd name="connsiteY101" fmla="*/ 2148948 h 2344739"/>
              <a:gd name="connsiteX102" fmla="*/ 7508188 w 12193149"/>
              <a:gd name="connsiteY102" fmla="*/ 2148621 h 2344739"/>
              <a:gd name="connsiteX103" fmla="*/ 7496943 w 12193149"/>
              <a:gd name="connsiteY103" fmla="*/ 2150573 h 2344739"/>
              <a:gd name="connsiteX104" fmla="*/ 7219707 w 12193149"/>
              <a:gd name="connsiteY104" fmla="*/ 2156680 h 2344739"/>
              <a:gd name="connsiteX105" fmla="*/ 7202249 w 12193149"/>
              <a:gd name="connsiteY105" fmla="*/ 2161230 h 2344739"/>
              <a:gd name="connsiteX106" fmla="*/ 7198152 w 12193149"/>
              <a:gd name="connsiteY106" fmla="*/ 2166588 h 2344739"/>
              <a:gd name="connsiteX107" fmla="*/ 7171956 w 12193149"/>
              <a:gd name="connsiteY107" fmla="*/ 2171236 h 2344739"/>
              <a:gd name="connsiteX108" fmla="*/ 7098136 w 12193149"/>
              <a:gd name="connsiteY108" fmla="*/ 2183464 h 2344739"/>
              <a:gd name="connsiteX109" fmla="*/ 7019644 w 12193149"/>
              <a:gd name="connsiteY109" fmla="*/ 2183090 h 2344739"/>
              <a:gd name="connsiteX110" fmla="*/ 6905294 w 12193149"/>
              <a:gd name="connsiteY110" fmla="*/ 2212596 h 2344739"/>
              <a:gd name="connsiteX111" fmla="*/ 6709370 w 12193149"/>
              <a:gd name="connsiteY111" fmla="*/ 2240551 h 2344739"/>
              <a:gd name="connsiteX112" fmla="*/ 6550602 w 12193149"/>
              <a:gd name="connsiteY112" fmla="*/ 2269327 h 2344739"/>
              <a:gd name="connsiteX113" fmla="*/ 6318708 w 12193149"/>
              <a:gd name="connsiteY113" fmla="*/ 2316127 h 2344739"/>
              <a:gd name="connsiteX114" fmla="*/ 6169822 w 12193149"/>
              <a:gd name="connsiteY114" fmla="*/ 2318214 h 2344739"/>
              <a:gd name="connsiteX115" fmla="*/ 6074996 w 12193149"/>
              <a:gd name="connsiteY115" fmla="*/ 2338676 h 2344739"/>
              <a:gd name="connsiteX116" fmla="*/ 6069677 w 12193149"/>
              <a:gd name="connsiteY116" fmla="*/ 2337139 h 2344739"/>
              <a:gd name="connsiteX117" fmla="*/ 6049786 w 12193149"/>
              <a:gd name="connsiteY117" fmla="*/ 2337822 h 2344739"/>
              <a:gd name="connsiteX118" fmla="*/ 6042433 w 12193149"/>
              <a:gd name="connsiteY118" fmla="*/ 2329473 h 2344739"/>
              <a:gd name="connsiteX119" fmla="*/ 6011238 w 12193149"/>
              <a:gd name="connsiteY119" fmla="*/ 2324380 h 2344739"/>
              <a:gd name="connsiteX120" fmla="*/ 5958523 w 12193149"/>
              <a:gd name="connsiteY120" fmla="*/ 2328024 h 2344739"/>
              <a:gd name="connsiteX121" fmla="*/ 5760067 w 12193149"/>
              <a:gd name="connsiteY121" fmla="*/ 2343716 h 2344739"/>
              <a:gd name="connsiteX122" fmla="*/ 5628108 w 12193149"/>
              <a:gd name="connsiteY122" fmla="*/ 2344739 h 2344739"/>
              <a:gd name="connsiteX123" fmla="*/ 5472054 w 12193149"/>
              <a:gd name="connsiteY123" fmla="*/ 2330719 h 2344739"/>
              <a:gd name="connsiteX124" fmla="*/ 5433909 w 12193149"/>
              <a:gd name="connsiteY124" fmla="*/ 2319466 h 2344739"/>
              <a:gd name="connsiteX125" fmla="*/ 5382817 w 12193149"/>
              <a:gd name="connsiteY125" fmla="*/ 2301764 h 2344739"/>
              <a:gd name="connsiteX126" fmla="*/ 5262912 w 12193149"/>
              <a:gd name="connsiteY126" fmla="*/ 2281347 h 2344739"/>
              <a:gd name="connsiteX127" fmla="*/ 5224109 w 12193149"/>
              <a:gd name="connsiteY127" fmla="*/ 2270223 h 2344739"/>
              <a:gd name="connsiteX128" fmla="*/ 5175808 w 12193149"/>
              <a:gd name="connsiteY128" fmla="*/ 2267233 h 2344739"/>
              <a:gd name="connsiteX129" fmla="*/ 5157702 w 12193149"/>
              <a:gd name="connsiteY129" fmla="*/ 2260010 h 2344739"/>
              <a:gd name="connsiteX130" fmla="*/ 5143747 w 12193149"/>
              <a:gd name="connsiteY130" fmla="*/ 2256610 h 2344739"/>
              <a:gd name="connsiteX131" fmla="*/ 5140744 w 12193149"/>
              <a:gd name="connsiteY131" fmla="*/ 2254509 h 2344739"/>
              <a:gd name="connsiteX132" fmla="*/ 5122807 w 12193149"/>
              <a:gd name="connsiteY132" fmla="*/ 2243656 h 2344739"/>
              <a:gd name="connsiteX133" fmla="*/ 5066938 w 12193149"/>
              <a:gd name="connsiteY133" fmla="*/ 2250227 h 2344739"/>
              <a:gd name="connsiteX134" fmla="*/ 5012662 w 12193149"/>
              <a:gd name="connsiteY134" fmla="*/ 2233846 h 2344739"/>
              <a:gd name="connsiteX135" fmla="*/ 4841589 w 12193149"/>
              <a:gd name="connsiteY135" fmla="*/ 2209829 h 2344739"/>
              <a:gd name="connsiteX136" fmla="*/ 4763595 w 12193149"/>
              <a:gd name="connsiteY136" fmla="*/ 2182061 h 2344739"/>
              <a:gd name="connsiteX137" fmla="*/ 4724334 w 12193149"/>
              <a:gd name="connsiteY137" fmla="*/ 2173047 h 2344739"/>
              <a:gd name="connsiteX138" fmla="*/ 4722324 w 12193149"/>
              <a:gd name="connsiteY138" fmla="*/ 2172298 h 2344739"/>
              <a:gd name="connsiteX139" fmla="*/ 4723259 w 12193149"/>
              <a:gd name="connsiteY139" fmla="*/ 2172087 h 2344739"/>
              <a:gd name="connsiteX140" fmla="*/ 4718350 w 12193149"/>
              <a:gd name="connsiteY140" fmla="*/ 2170817 h 2344739"/>
              <a:gd name="connsiteX141" fmla="*/ 4722324 w 12193149"/>
              <a:gd name="connsiteY141" fmla="*/ 2172298 h 2344739"/>
              <a:gd name="connsiteX142" fmla="*/ 4716674 w 12193149"/>
              <a:gd name="connsiteY142" fmla="*/ 2173573 h 2344739"/>
              <a:gd name="connsiteX143" fmla="*/ 4516962 w 12193149"/>
              <a:gd name="connsiteY143" fmla="*/ 2163671 h 2344739"/>
              <a:gd name="connsiteX144" fmla="*/ 4429691 w 12193149"/>
              <a:gd name="connsiteY144" fmla="*/ 2153020 h 2344739"/>
              <a:gd name="connsiteX145" fmla="*/ 4364023 w 12193149"/>
              <a:gd name="connsiteY145" fmla="*/ 2151674 h 2344739"/>
              <a:gd name="connsiteX146" fmla="*/ 4318114 w 12193149"/>
              <a:gd name="connsiteY146" fmla="*/ 2158289 h 2344739"/>
              <a:gd name="connsiteX147" fmla="*/ 4316258 w 12193149"/>
              <a:gd name="connsiteY147" fmla="*/ 2156948 h 2344739"/>
              <a:gd name="connsiteX148" fmla="*/ 4296292 w 12193149"/>
              <a:gd name="connsiteY148" fmla="*/ 2155069 h 2344739"/>
              <a:gd name="connsiteX149" fmla="*/ 4291212 w 12193149"/>
              <a:gd name="connsiteY149" fmla="*/ 2157986 h 2344739"/>
              <a:gd name="connsiteX150" fmla="*/ 4277290 w 12193149"/>
              <a:gd name="connsiteY150" fmla="*/ 2157740 h 2344739"/>
              <a:gd name="connsiteX151" fmla="*/ 4249265 w 12193149"/>
              <a:gd name="connsiteY151" fmla="*/ 2160064 h 2344739"/>
              <a:gd name="connsiteX152" fmla="*/ 4203199 w 12193149"/>
              <a:gd name="connsiteY152" fmla="*/ 2157269 h 2344739"/>
              <a:gd name="connsiteX153" fmla="*/ 4202893 w 12193149"/>
              <a:gd name="connsiteY153" fmla="*/ 2156010 h 2344739"/>
              <a:gd name="connsiteX154" fmla="*/ 4192396 w 12193149"/>
              <a:gd name="connsiteY154" fmla="*/ 2150376 h 2344739"/>
              <a:gd name="connsiteX155" fmla="*/ 4143893 w 12193149"/>
              <a:gd name="connsiteY155" fmla="*/ 2134511 h 2344739"/>
              <a:gd name="connsiteX156" fmla="*/ 4084245 w 12193149"/>
              <a:gd name="connsiteY156" fmla="*/ 2107978 h 2344739"/>
              <a:gd name="connsiteX157" fmla="*/ 4075694 w 12193149"/>
              <a:gd name="connsiteY157" fmla="*/ 2107143 h 2344739"/>
              <a:gd name="connsiteX158" fmla="*/ 4075575 w 12193149"/>
              <a:gd name="connsiteY158" fmla="*/ 2106844 h 2344739"/>
              <a:gd name="connsiteX159" fmla="*/ 4066658 w 12193149"/>
              <a:gd name="connsiteY159" fmla="*/ 2105400 h 2344739"/>
              <a:gd name="connsiteX160" fmla="*/ 4060102 w 12193149"/>
              <a:gd name="connsiteY160" fmla="*/ 2105618 h 2344739"/>
              <a:gd name="connsiteX161" fmla="*/ 4043512 w 12193149"/>
              <a:gd name="connsiteY161" fmla="*/ 2103997 h 2344739"/>
              <a:gd name="connsiteX162" fmla="*/ 4038145 w 12193149"/>
              <a:gd name="connsiteY162" fmla="*/ 2101563 h 2344739"/>
              <a:gd name="connsiteX163" fmla="*/ 4036511 w 12193149"/>
              <a:gd name="connsiteY163" fmla="*/ 2097896 h 2344739"/>
              <a:gd name="connsiteX164" fmla="*/ 4034926 w 12193149"/>
              <a:gd name="connsiteY164" fmla="*/ 2098131 h 2344739"/>
              <a:gd name="connsiteX165" fmla="*/ 4005686 w 12193149"/>
              <a:gd name="connsiteY165" fmla="*/ 2085563 h 2344739"/>
              <a:gd name="connsiteX166" fmla="*/ 3937994 w 12193149"/>
              <a:gd name="connsiteY166" fmla="*/ 2068106 h 2344739"/>
              <a:gd name="connsiteX167" fmla="*/ 3898423 w 12193149"/>
              <a:gd name="connsiteY167" fmla="*/ 2062451 h 2344739"/>
              <a:gd name="connsiteX168" fmla="*/ 3790908 w 12193149"/>
              <a:gd name="connsiteY168" fmla="*/ 2042213 h 2344739"/>
              <a:gd name="connsiteX169" fmla="*/ 3683661 w 12193149"/>
              <a:gd name="connsiteY169" fmla="*/ 2018290 h 2344739"/>
              <a:gd name="connsiteX170" fmla="*/ 3611183 w 12193149"/>
              <a:gd name="connsiteY170" fmla="*/ 1986019 h 2344739"/>
              <a:gd name="connsiteX171" fmla="*/ 3605003 w 12193149"/>
              <a:gd name="connsiteY171" fmla="*/ 1987381 h 2344739"/>
              <a:gd name="connsiteX172" fmla="*/ 3595884 w 12193149"/>
              <a:gd name="connsiteY172" fmla="*/ 1987545 h 2344739"/>
              <a:gd name="connsiteX173" fmla="*/ 3595649 w 12193149"/>
              <a:gd name="connsiteY173" fmla="*/ 1987276 h 2344739"/>
              <a:gd name="connsiteX174" fmla="*/ 3587126 w 12193149"/>
              <a:gd name="connsiteY174" fmla="*/ 1987966 h 2344739"/>
              <a:gd name="connsiteX175" fmla="*/ 3537283 w 12193149"/>
              <a:gd name="connsiteY175" fmla="*/ 1978267 h 2344739"/>
              <a:gd name="connsiteX176" fmla="*/ 3474371 w 12193149"/>
              <a:gd name="connsiteY176" fmla="*/ 1974606 h 2344739"/>
              <a:gd name="connsiteX177" fmla="*/ 3401876 w 12193149"/>
              <a:gd name="connsiteY177" fmla="*/ 1962558 h 2344739"/>
              <a:gd name="connsiteX178" fmla="*/ 3365036 w 12193149"/>
              <a:gd name="connsiteY178" fmla="*/ 1979510 h 2344739"/>
              <a:gd name="connsiteX179" fmla="*/ 3345174 w 12193149"/>
              <a:gd name="connsiteY179" fmla="*/ 1981192 h 2344739"/>
              <a:gd name="connsiteX180" fmla="*/ 3342846 w 12193149"/>
              <a:gd name="connsiteY180" fmla="*/ 1980217 h 2344739"/>
              <a:gd name="connsiteX181" fmla="*/ 3263504 w 12193149"/>
              <a:gd name="connsiteY181" fmla="*/ 1986094 h 2344739"/>
              <a:gd name="connsiteX182" fmla="*/ 3143704 w 12193149"/>
              <a:gd name="connsiteY182" fmla="*/ 1993869 h 2344739"/>
              <a:gd name="connsiteX183" fmla="*/ 3031439 w 12193149"/>
              <a:gd name="connsiteY183" fmla="*/ 1996512 h 2344739"/>
              <a:gd name="connsiteX184" fmla="*/ 2782717 w 12193149"/>
              <a:gd name="connsiteY184" fmla="*/ 2018333 h 2344739"/>
              <a:gd name="connsiteX185" fmla="*/ 2647675 w 12193149"/>
              <a:gd name="connsiteY185" fmla="*/ 2028869 h 2344739"/>
              <a:gd name="connsiteX186" fmla="*/ 2569176 w 12193149"/>
              <a:gd name="connsiteY186" fmla="*/ 2002628 h 2344739"/>
              <a:gd name="connsiteX187" fmla="*/ 2444403 w 12193149"/>
              <a:gd name="connsiteY187" fmla="*/ 2016529 h 2344739"/>
              <a:gd name="connsiteX188" fmla="*/ 2316260 w 12193149"/>
              <a:gd name="connsiteY188" fmla="*/ 2024996 h 2344739"/>
              <a:gd name="connsiteX189" fmla="*/ 2209726 w 12193149"/>
              <a:gd name="connsiteY189" fmla="*/ 2019763 h 2344739"/>
              <a:gd name="connsiteX190" fmla="*/ 2095813 w 12193149"/>
              <a:gd name="connsiteY190" fmla="*/ 2003052 h 2344739"/>
              <a:gd name="connsiteX191" fmla="*/ 1998504 w 12193149"/>
              <a:gd name="connsiteY191" fmla="*/ 1995032 h 2344739"/>
              <a:gd name="connsiteX192" fmla="*/ 1929320 w 12193149"/>
              <a:gd name="connsiteY192" fmla="*/ 2016977 h 2344739"/>
              <a:gd name="connsiteX193" fmla="*/ 1922798 w 12193149"/>
              <a:gd name="connsiteY193" fmla="*/ 2012146 h 2344739"/>
              <a:gd name="connsiteX194" fmla="*/ 1874228 w 12193149"/>
              <a:gd name="connsiteY194" fmla="*/ 2013741 h 2344739"/>
              <a:gd name="connsiteX195" fmla="*/ 1787803 w 12193149"/>
              <a:gd name="connsiteY195" fmla="*/ 2041363 h 2344739"/>
              <a:gd name="connsiteX196" fmla="*/ 1739352 w 12193149"/>
              <a:gd name="connsiteY196" fmla="*/ 2036312 h 2344739"/>
              <a:gd name="connsiteX197" fmla="*/ 1676219 w 12193149"/>
              <a:gd name="connsiteY197" fmla="*/ 2019963 h 2344739"/>
              <a:gd name="connsiteX198" fmla="*/ 1609817 w 12193149"/>
              <a:gd name="connsiteY198" fmla="*/ 2013066 h 2344739"/>
              <a:gd name="connsiteX199" fmla="*/ 1497258 w 12193149"/>
              <a:gd name="connsiteY199" fmla="*/ 1987476 h 2344739"/>
              <a:gd name="connsiteX200" fmla="*/ 1151127 w 12193149"/>
              <a:gd name="connsiteY200" fmla="*/ 1938041 h 2344739"/>
              <a:gd name="connsiteX201" fmla="*/ 859417 w 12193149"/>
              <a:gd name="connsiteY201" fmla="*/ 1928608 h 2344739"/>
              <a:gd name="connsiteX202" fmla="*/ 838688 w 12193149"/>
              <a:gd name="connsiteY202" fmla="*/ 1929821 h 2344739"/>
              <a:gd name="connsiteX203" fmla="*/ 817957 w 12193149"/>
              <a:gd name="connsiteY203" fmla="*/ 1927857 h 2344739"/>
              <a:gd name="connsiteX204" fmla="*/ 812654 w 12193149"/>
              <a:gd name="connsiteY204" fmla="*/ 1930751 h 2344739"/>
              <a:gd name="connsiteX205" fmla="*/ 721195 w 12193149"/>
              <a:gd name="connsiteY205" fmla="*/ 1929661 h 2344739"/>
              <a:gd name="connsiteX206" fmla="*/ 720890 w 12193149"/>
              <a:gd name="connsiteY206" fmla="*/ 1928399 h 2344739"/>
              <a:gd name="connsiteX207" fmla="*/ 710023 w 12193149"/>
              <a:gd name="connsiteY207" fmla="*/ 1922722 h 2344739"/>
              <a:gd name="connsiteX208" fmla="*/ 597940 w 12193149"/>
              <a:gd name="connsiteY208" fmla="*/ 1879864 h 2344739"/>
              <a:gd name="connsiteX209" fmla="*/ 579683 w 12193149"/>
              <a:gd name="connsiteY209" fmla="*/ 1877212 h 2344739"/>
              <a:gd name="connsiteX210" fmla="*/ 572865 w 12193149"/>
              <a:gd name="connsiteY210" fmla="*/ 1877401 h 2344739"/>
              <a:gd name="connsiteX211" fmla="*/ 446247 w 12193149"/>
              <a:gd name="connsiteY211" fmla="*/ 1839371 h 2344739"/>
              <a:gd name="connsiteX212" fmla="*/ 405163 w 12193149"/>
              <a:gd name="connsiteY212" fmla="*/ 1833548 h 2344739"/>
              <a:gd name="connsiteX213" fmla="*/ 293583 w 12193149"/>
              <a:gd name="connsiteY213" fmla="*/ 1812852 h 2344739"/>
              <a:gd name="connsiteX214" fmla="*/ 119529 w 12193149"/>
              <a:gd name="connsiteY214" fmla="*/ 1761047 h 2344739"/>
              <a:gd name="connsiteX215" fmla="*/ 16674 w 12193149"/>
              <a:gd name="connsiteY215" fmla="*/ 1758191 h 2344739"/>
              <a:gd name="connsiteX216" fmla="*/ 1150 w 12193149"/>
              <a:gd name="connsiteY216" fmla="*/ 1752722 h 2344739"/>
              <a:gd name="connsiteX217" fmla="*/ 1148 w 12193149"/>
              <a:gd name="connsiteY217" fmla="*/ 222213 h 2344739"/>
              <a:gd name="connsiteX218" fmla="*/ 1148 w 12193149"/>
              <a:gd name="connsiteY218" fmla="*/ 0 h 2344739"/>
              <a:gd name="connsiteX0" fmla="*/ 1148 w 12193149"/>
              <a:gd name="connsiteY0" fmla="*/ 0 h 2344739"/>
              <a:gd name="connsiteX1" fmla="*/ 12193148 w 12193149"/>
              <a:gd name="connsiteY1" fmla="*/ 0 h 2344739"/>
              <a:gd name="connsiteX2" fmla="*/ 12193148 w 12193149"/>
              <a:gd name="connsiteY2" fmla="*/ 222213 h 2344739"/>
              <a:gd name="connsiteX3" fmla="*/ 12193149 w 12193149"/>
              <a:gd name="connsiteY3" fmla="*/ 579739 h 2344739"/>
              <a:gd name="connsiteX4" fmla="*/ 12185986 w 12193149"/>
              <a:gd name="connsiteY4" fmla="*/ 584189 h 2344739"/>
              <a:gd name="connsiteX5" fmla="*/ 12156363 w 12193149"/>
              <a:gd name="connsiteY5" fmla="*/ 597366 h 2344739"/>
              <a:gd name="connsiteX6" fmla="*/ 12139215 w 12193149"/>
              <a:gd name="connsiteY6" fmla="*/ 623179 h 2344739"/>
              <a:gd name="connsiteX7" fmla="*/ 12126327 w 12193149"/>
              <a:gd name="connsiteY7" fmla="*/ 624690 h 2344739"/>
              <a:gd name="connsiteX8" fmla="*/ 12124007 w 12193149"/>
              <a:gd name="connsiteY8" fmla="*/ 624794 h 2344739"/>
              <a:gd name="connsiteX9" fmla="*/ 12116854 w 12193149"/>
              <a:gd name="connsiteY9" fmla="*/ 628608 h 2344739"/>
              <a:gd name="connsiteX10" fmla="*/ 12099497 w 12193149"/>
              <a:gd name="connsiteY10" fmla="*/ 628139 h 2344739"/>
              <a:gd name="connsiteX11" fmla="*/ 12087073 w 12193149"/>
              <a:gd name="connsiteY11" fmla="*/ 636341 h 2344739"/>
              <a:gd name="connsiteX12" fmla="*/ 12031073 w 12193149"/>
              <a:gd name="connsiteY12" fmla="*/ 680009 h 2344739"/>
              <a:gd name="connsiteX13" fmla="*/ 11995833 w 12193149"/>
              <a:gd name="connsiteY13" fmla="*/ 703458 h 2344739"/>
              <a:gd name="connsiteX14" fmla="*/ 11979717 w 12193149"/>
              <a:gd name="connsiteY14" fmla="*/ 708161 h 2344739"/>
              <a:gd name="connsiteX15" fmla="*/ 11959046 w 12193149"/>
              <a:gd name="connsiteY15" fmla="*/ 717558 h 2344739"/>
              <a:gd name="connsiteX16" fmla="*/ 11920454 w 12193149"/>
              <a:gd name="connsiteY16" fmla="*/ 730883 h 2344739"/>
              <a:gd name="connsiteX17" fmla="*/ 11903656 w 12193149"/>
              <a:gd name="connsiteY17" fmla="*/ 742426 h 2344739"/>
              <a:gd name="connsiteX18" fmla="*/ 11895048 w 12193149"/>
              <a:gd name="connsiteY18" fmla="*/ 744791 h 2344739"/>
              <a:gd name="connsiteX19" fmla="*/ 11891968 w 12193149"/>
              <a:gd name="connsiteY19" fmla="*/ 755729 h 2344739"/>
              <a:gd name="connsiteX20" fmla="*/ 11870776 w 12193149"/>
              <a:gd name="connsiteY20" fmla="*/ 777816 h 2344739"/>
              <a:gd name="connsiteX21" fmla="*/ 11813376 w 12193149"/>
              <a:gd name="connsiteY21" fmla="*/ 797659 h 2344739"/>
              <a:gd name="connsiteX22" fmla="*/ 11590693 w 12193149"/>
              <a:gd name="connsiteY22" fmla="*/ 963777 h 2344739"/>
              <a:gd name="connsiteX23" fmla="*/ 11506817 w 12193149"/>
              <a:gd name="connsiteY23" fmla="*/ 1033623 h 2344739"/>
              <a:gd name="connsiteX24" fmla="*/ 11280332 w 12193149"/>
              <a:gd name="connsiteY24" fmla="*/ 1223571 h 2344739"/>
              <a:gd name="connsiteX25" fmla="*/ 11228309 w 12193149"/>
              <a:gd name="connsiteY25" fmla="*/ 1276236 h 2344739"/>
              <a:gd name="connsiteX26" fmla="*/ 11218087 w 12193149"/>
              <a:gd name="connsiteY26" fmla="*/ 1275961 h 2344739"/>
              <a:gd name="connsiteX27" fmla="*/ 11217184 w 12193149"/>
              <a:gd name="connsiteY27" fmla="*/ 1275018 h 2344739"/>
              <a:gd name="connsiteX28" fmla="*/ 11188885 w 12193149"/>
              <a:gd name="connsiteY28" fmla="*/ 1292383 h 2344739"/>
              <a:gd name="connsiteX29" fmla="*/ 11184501 w 12193149"/>
              <a:gd name="connsiteY29" fmla="*/ 1292525 h 2344739"/>
              <a:gd name="connsiteX30" fmla="*/ 11166854 w 12193149"/>
              <a:gd name="connsiteY30" fmla="*/ 1306612 h 2344739"/>
              <a:gd name="connsiteX31" fmla="*/ 11157311 w 12193149"/>
              <a:gd name="connsiteY31" fmla="*/ 1312414 h 2344739"/>
              <a:gd name="connsiteX32" fmla="*/ 11155496 w 12193149"/>
              <a:gd name="connsiteY32" fmla="*/ 1317097 h 2344739"/>
              <a:gd name="connsiteX33" fmla="*/ 11140961 w 12193149"/>
              <a:gd name="connsiteY33" fmla="*/ 1324115 h 2344739"/>
              <a:gd name="connsiteX34" fmla="*/ 11138961 w 12193149"/>
              <a:gd name="connsiteY34" fmla="*/ 1323772 h 2344739"/>
              <a:gd name="connsiteX35" fmla="*/ 11128208 w 12193149"/>
              <a:gd name="connsiteY35" fmla="*/ 1333832 h 2344739"/>
              <a:gd name="connsiteX36" fmla="*/ 11120691 w 12193149"/>
              <a:gd name="connsiteY36" fmla="*/ 1347424 h 2344739"/>
              <a:gd name="connsiteX37" fmla="*/ 10894683 w 12193149"/>
              <a:gd name="connsiteY37" fmla="*/ 1473399 h 2344739"/>
              <a:gd name="connsiteX38" fmla="*/ 10773300 w 12193149"/>
              <a:gd name="connsiteY38" fmla="*/ 1523191 h 2344739"/>
              <a:gd name="connsiteX39" fmla="*/ 10627668 w 12193149"/>
              <a:gd name="connsiteY39" fmla="*/ 1559229 h 2344739"/>
              <a:gd name="connsiteX40" fmla="*/ 10581895 w 12193149"/>
              <a:gd name="connsiteY40" fmla="*/ 1568689 h 2344739"/>
              <a:gd name="connsiteX41" fmla="*/ 10547790 w 12193149"/>
              <a:gd name="connsiteY41" fmla="*/ 1598423 h 2344739"/>
              <a:gd name="connsiteX42" fmla="*/ 10529643 w 12193149"/>
              <a:gd name="connsiteY42" fmla="*/ 1596907 h 2344739"/>
              <a:gd name="connsiteX43" fmla="*/ 10526446 w 12193149"/>
              <a:gd name="connsiteY43" fmla="*/ 1596411 h 2344739"/>
              <a:gd name="connsiteX44" fmla="*/ 10515129 w 12193149"/>
              <a:gd name="connsiteY44" fmla="*/ 1599537 h 2344739"/>
              <a:gd name="connsiteX45" fmla="*/ 10491735 w 12193149"/>
              <a:gd name="connsiteY45" fmla="*/ 1594156 h 2344739"/>
              <a:gd name="connsiteX46" fmla="*/ 10471418 w 12193149"/>
              <a:gd name="connsiteY46" fmla="*/ 1601693 h 2344739"/>
              <a:gd name="connsiteX47" fmla="*/ 10377042 w 12193149"/>
              <a:gd name="connsiteY47" fmla="*/ 1644598 h 2344739"/>
              <a:gd name="connsiteX48" fmla="*/ 10319338 w 12193149"/>
              <a:gd name="connsiteY48" fmla="*/ 1666221 h 2344739"/>
              <a:gd name="connsiteX49" fmla="*/ 10295467 w 12193149"/>
              <a:gd name="connsiteY49" fmla="*/ 1668079 h 2344739"/>
              <a:gd name="connsiteX50" fmla="*/ 10263443 w 12193149"/>
              <a:gd name="connsiteY50" fmla="*/ 1674948 h 2344739"/>
              <a:gd name="connsiteX51" fmla="*/ 10205418 w 12193149"/>
              <a:gd name="connsiteY51" fmla="*/ 1682149 h 2344739"/>
              <a:gd name="connsiteX52" fmla="*/ 10177759 w 12193149"/>
              <a:gd name="connsiteY52" fmla="*/ 1692943 h 2344739"/>
              <a:gd name="connsiteX53" fmla="*/ 10165070 w 12193149"/>
              <a:gd name="connsiteY53" fmla="*/ 1693739 h 2344739"/>
              <a:gd name="connsiteX54" fmla="*/ 10156308 w 12193149"/>
              <a:gd name="connsiteY54" fmla="*/ 1707487 h 2344739"/>
              <a:gd name="connsiteX55" fmla="*/ 10118267 w 12193149"/>
              <a:gd name="connsiteY55" fmla="*/ 1731142 h 2344739"/>
              <a:gd name="connsiteX56" fmla="*/ 10083317 w 12193149"/>
              <a:gd name="connsiteY56" fmla="*/ 1743296 h 2344739"/>
              <a:gd name="connsiteX57" fmla="*/ 10040388 w 12193149"/>
              <a:gd name="connsiteY57" fmla="*/ 1741632 h 2344739"/>
              <a:gd name="connsiteX58" fmla="*/ 9961167 w 12193149"/>
              <a:gd name="connsiteY58" fmla="*/ 1757147 h 2344739"/>
              <a:gd name="connsiteX59" fmla="*/ 9848940 w 12193149"/>
              <a:gd name="connsiteY59" fmla="*/ 1763915 h 2344739"/>
              <a:gd name="connsiteX60" fmla="*/ 9729457 w 12193149"/>
              <a:gd name="connsiteY60" fmla="*/ 1784122 h 2344739"/>
              <a:gd name="connsiteX61" fmla="*/ 9613704 w 12193149"/>
              <a:gd name="connsiteY61" fmla="*/ 1812371 h 2344739"/>
              <a:gd name="connsiteX62" fmla="*/ 9338590 w 12193149"/>
              <a:gd name="connsiteY62" fmla="*/ 1869293 h 2344739"/>
              <a:gd name="connsiteX63" fmla="*/ 9232518 w 12193149"/>
              <a:gd name="connsiteY63" fmla="*/ 1893149 h 2344739"/>
              <a:gd name="connsiteX64" fmla="*/ 9156690 w 12193149"/>
              <a:gd name="connsiteY64" fmla="*/ 1903228 h 2344739"/>
              <a:gd name="connsiteX65" fmla="*/ 9054601 w 12193149"/>
              <a:gd name="connsiteY65" fmla="*/ 1910755 h 2344739"/>
              <a:gd name="connsiteX66" fmla="*/ 9006634 w 12193149"/>
              <a:gd name="connsiteY66" fmla="*/ 1914040 h 2344739"/>
              <a:gd name="connsiteX67" fmla="*/ 9006349 w 12193149"/>
              <a:gd name="connsiteY67" fmla="*/ 1913800 h 2344739"/>
              <a:gd name="connsiteX68" fmla="*/ 8997380 w 12193149"/>
              <a:gd name="connsiteY68" fmla="*/ 1915011 h 2344739"/>
              <a:gd name="connsiteX69" fmla="*/ 8991542 w 12193149"/>
              <a:gd name="connsiteY69" fmla="*/ 1917072 h 2344739"/>
              <a:gd name="connsiteX70" fmla="*/ 8975485 w 12193149"/>
              <a:gd name="connsiteY70" fmla="*/ 1920298 h 2344739"/>
              <a:gd name="connsiteX71" fmla="*/ 8969159 w 12193149"/>
              <a:gd name="connsiteY71" fmla="*/ 1919598 h 2344739"/>
              <a:gd name="connsiteX72" fmla="*/ 8964196 w 12193149"/>
              <a:gd name="connsiteY72" fmla="*/ 1917373 h 2344739"/>
              <a:gd name="connsiteX73" fmla="*/ 8930136 w 12193149"/>
              <a:gd name="connsiteY73" fmla="*/ 1914185 h 2344739"/>
              <a:gd name="connsiteX74" fmla="*/ 8753592 w 12193149"/>
              <a:gd name="connsiteY74" fmla="*/ 1933417 h 2344739"/>
              <a:gd name="connsiteX75" fmla="*/ 8708995 w 12193149"/>
              <a:gd name="connsiteY75" fmla="*/ 1935518 h 2344739"/>
              <a:gd name="connsiteX76" fmla="*/ 8597219 w 12193149"/>
              <a:gd name="connsiteY76" fmla="*/ 1944090 h 2344739"/>
              <a:gd name="connsiteX77" fmla="*/ 8526378 w 12193149"/>
              <a:gd name="connsiteY77" fmla="*/ 1929248 h 2344739"/>
              <a:gd name="connsiteX78" fmla="*/ 8512131 w 12193149"/>
              <a:gd name="connsiteY78" fmla="*/ 1935163 h 2344739"/>
              <a:gd name="connsiteX79" fmla="*/ 8507315 w 12193149"/>
              <a:gd name="connsiteY79" fmla="*/ 1938164 h 2344739"/>
              <a:gd name="connsiteX80" fmla="*/ 8499116 w 12193149"/>
              <a:gd name="connsiteY80" fmla="*/ 1940902 h 2344739"/>
              <a:gd name="connsiteX81" fmla="*/ 8498742 w 12193149"/>
              <a:gd name="connsiteY81" fmla="*/ 1940723 h 2344739"/>
              <a:gd name="connsiteX82" fmla="*/ 8491397 w 12193149"/>
              <a:gd name="connsiteY82" fmla="*/ 1943773 h 2344739"/>
              <a:gd name="connsiteX83" fmla="*/ 8368330 w 12193149"/>
              <a:gd name="connsiteY83" fmla="*/ 1957815 h 2344739"/>
              <a:gd name="connsiteX84" fmla="*/ 8354947 w 12193149"/>
              <a:gd name="connsiteY84" fmla="*/ 1958009 h 2344739"/>
              <a:gd name="connsiteX85" fmla="*/ 8321252 w 12193149"/>
              <a:gd name="connsiteY85" fmla="*/ 1974587 h 2344739"/>
              <a:gd name="connsiteX86" fmla="*/ 8315581 w 12193149"/>
              <a:gd name="connsiteY86" fmla="*/ 1974913 h 2344739"/>
              <a:gd name="connsiteX87" fmla="*/ 8296322 w 12193149"/>
              <a:gd name="connsiteY87" fmla="*/ 1988808 h 2344739"/>
              <a:gd name="connsiteX88" fmla="*/ 8285424 w 12193149"/>
              <a:gd name="connsiteY88" fmla="*/ 1994631 h 2344739"/>
              <a:gd name="connsiteX89" fmla="*/ 8284298 w 12193149"/>
              <a:gd name="connsiteY89" fmla="*/ 1999074 h 2344739"/>
              <a:gd name="connsiteX90" fmla="*/ 8267224 w 12193149"/>
              <a:gd name="connsiteY90" fmla="*/ 2006249 h 2344739"/>
              <a:gd name="connsiteX91" fmla="*/ 8264525 w 12193149"/>
              <a:gd name="connsiteY91" fmla="*/ 2006019 h 2344739"/>
              <a:gd name="connsiteX92" fmla="*/ 8253181 w 12193149"/>
              <a:gd name="connsiteY92" fmla="*/ 2015862 h 2344739"/>
              <a:gd name="connsiteX93" fmla="*/ 8246982 w 12193149"/>
              <a:gd name="connsiteY93" fmla="*/ 2028854 h 2344739"/>
              <a:gd name="connsiteX94" fmla="*/ 8091420 w 12193149"/>
              <a:gd name="connsiteY94" fmla="*/ 2075015 h 2344739"/>
              <a:gd name="connsiteX95" fmla="*/ 7906555 w 12193149"/>
              <a:gd name="connsiteY95" fmla="*/ 2116988 h 2344739"/>
              <a:gd name="connsiteX96" fmla="*/ 7719893 w 12193149"/>
              <a:gd name="connsiteY96" fmla="*/ 2142703 h 2344739"/>
              <a:gd name="connsiteX97" fmla="*/ 7615495 w 12193149"/>
              <a:gd name="connsiteY97" fmla="*/ 2139232 h 2344739"/>
              <a:gd name="connsiteX98" fmla="*/ 7528691 w 12193149"/>
              <a:gd name="connsiteY98" fmla="*/ 2145060 h 2344739"/>
              <a:gd name="connsiteX99" fmla="*/ 7520719 w 12193149"/>
              <a:gd name="connsiteY99" fmla="*/ 2147613 h 2344739"/>
              <a:gd name="connsiteX100" fmla="*/ 7508559 w 12193149"/>
              <a:gd name="connsiteY100" fmla="*/ 2148948 h 2344739"/>
              <a:gd name="connsiteX101" fmla="*/ 7508188 w 12193149"/>
              <a:gd name="connsiteY101" fmla="*/ 2148621 h 2344739"/>
              <a:gd name="connsiteX102" fmla="*/ 7496943 w 12193149"/>
              <a:gd name="connsiteY102" fmla="*/ 2150573 h 2344739"/>
              <a:gd name="connsiteX103" fmla="*/ 7219707 w 12193149"/>
              <a:gd name="connsiteY103" fmla="*/ 2156680 h 2344739"/>
              <a:gd name="connsiteX104" fmla="*/ 7202249 w 12193149"/>
              <a:gd name="connsiteY104" fmla="*/ 2161230 h 2344739"/>
              <a:gd name="connsiteX105" fmla="*/ 7198152 w 12193149"/>
              <a:gd name="connsiteY105" fmla="*/ 2166588 h 2344739"/>
              <a:gd name="connsiteX106" fmla="*/ 7171956 w 12193149"/>
              <a:gd name="connsiteY106" fmla="*/ 2171236 h 2344739"/>
              <a:gd name="connsiteX107" fmla="*/ 7098136 w 12193149"/>
              <a:gd name="connsiteY107" fmla="*/ 2183464 h 2344739"/>
              <a:gd name="connsiteX108" fmla="*/ 7019644 w 12193149"/>
              <a:gd name="connsiteY108" fmla="*/ 2183090 h 2344739"/>
              <a:gd name="connsiteX109" fmla="*/ 6905294 w 12193149"/>
              <a:gd name="connsiteY109" fmla="*/ 2212596 h 2344739"/>
              <a:gd name="connsiteX110" fmla="*/ 6709370 w 12193149"/>
              <a:gd name="connsiteY110" fmla="*/ 2240551 h 2344739"/>
              <a:gd name="connsiteX111" fmla="*/ 6550602 w 12193149"/>
              <a:gd name="connsiteY111" fmla="*/ 2269327 h 2344739"/>
              <a:gd name="connsiteX112" fmla="*/ 6318708 w 12193149"/>
              <a:gd name="connsiteY112" fmla="*/ 2316127 h 2344739"/>
              <a:gd name="connsiteX113" fmla="*/ 6169822 w 12193149"/>
              <a:gd name="connsiteY113" fmla="*/ 2318214 h 2344739"/>
              <a:gd name="connsiteX114" fmla="*/ 6074996 w 12193149"/>
              <a:gd name="connsiteY114" fmla="*/ 2338676 h 2344739"/>
              <a:gd name="connsiteX115" fmla="*/ 6069677 w 12193149"/>
              <a:gd name="connsiteY115" fmla="*/ 2337139 h 2344739"/>
              <a:gd name="connsiteX116" fmla="*/ 6049786 w 12193149"/>
              <a:gd name="connsiteY116" fmla="*/ 2337822 h 2344739"/>
              <a:gd name="connsiteX117" fmla="*/ 6042433 w 12193149"/>
              <a:gd name="connsiteY117" fmla="*/ 2329473 h 2344739"/>
              <a:gd name="connsiteX118" fmla="*/ 6011238 w 12193149"/>
              <a:gd name="connsiteY118" fmla="*/ 2324380 h 2344739"/>
              <a:gd name="connsiteX119" fmla="*/ 5958523 w 12193149"/>
              <a:gd name="connsiteY119" fmla="*/ 2328024 h 2344739"/>
              <a:gd name="connsiteX120" fmla="*/ 5760067 w 12193149"/>
              <a:gd name="connsiteY120" fmla="*/ 2343716 h 2344739"/>
              <a:gd name="connsiteX121" fmla="*/ 5628108 w 12193149"/>
              <a:gd name="connsiteY121" fmla="*/ 2344739 h 2344739"/>
              <a:gd name="connsiteX122" fmla="*/ 5472054 w 12193149"/>
              <a:gd name="connsiteY122" fmla="*/ 2330719 h 2344739"/>
              <a:gd name="connsiteX123" fmla="*/ 5433909 w 12193149"/>
              <a:gd name="connsiteY123" fmla="*/ 2319466 h 2344739"/>
              <a:gd name="connsiteX124" fmla="*/ 5382817 w 12193149"/>
              <a:gd name="connsiteY124" fmla="*/ 2301764 h 2344739"/>
              <a:gd name="connsiteX125" fmla="*/ 5262912 w 12193149"/>
              <a:gd name="connsiteY125" fmla="*/ 2281347 h 2344739"/>
              <a:gd name="connsiteX126" fmla="*/ 5224109 w 12193149"/>
              <a:gd name="connsiteY126" fmla="*/ 2270223 h 2344739"/>
              <a:gd name="connsiteX127" fmla="*/ 5175808 w 12193149"/>
              <a:gd name="connsiteY127" fmla="*/ 2267233 h 2344739"/>
              <a:gd name="connsiteX128" fmla="*/ 5157702 w 12193149"/>
              <a:gd name="connsiteY128" fmla="*/ 2260010 h 2344739"/>
              <a:gd name="connsiteX129" fmla="*/ 5143747 w 12193149"/>
              <a:gd name="connsiteY129" fmla="*/ 2256610 h 2344739"/>
              <a:gd name="connsiteX130" fmla="*/ 5140744 w 12193149"/>
              <a:gd name="connsiteY130" fmla="*/ 2254509 h 2344739"/>
              <a:gd name="connsiteX131" fmla="*/ 5122807 w 12193149"/>
              <a:gd name="connsiteY131" fmla="*/ 2243656 h 2344739"/>
              <a:gd name="connsiteX132" fmla="*/ 5066938 w 12193149"/>
              <a:gd name="connsiteY132" fmla="*/ 2250227 h 2344739"/>
              <a:gd name="connsiteX133" fmla="*/ 5012662 w 12193149"/>
              <a:gd name="connsiteY133" fmla="*/ 2233846 h 2344739"/>
              <a:gd name="connsiteX134" fmla="*/ 4841589 w 12193149"/>
              <a:gd name="connsiteY134" fmla="*/ 2209829 h 2344739"/>
              <a:gd name="connsiteX135" fmla="*/ 4763595 w 12193149"/>
              <a:gd name="connsiteY135" fmla="*/ 2182061 h 2344739"/>
              <a:gd name="connsiteX136" fmla="*/ 4724334 w 12193149"/>
              <a:gd name="connsiteY136" fmla="*/ 2173047 h 2344739"/>
              <a:gd name="connsiteX137" fmla="*/ 4722324 w 12193149"/>
              <a:gd name="connsiteY137" fmla="*/ 2172298 h 2344739"/>
              <a:gd name="connsiteX138" fmla="*/ 4723259 w 12193149"/>
              <a:gd name="connsiteY138" fmla="*/ 2172087 h 2344739"/>
              <a:gd name="connsiteX139" fmla="*/ 4718350 w 12193149"/>
              <a:gd name="connsiteY139" fmla="*/ 2170817 h 2344739"/>
              <a:gd name="connsiteX140" fmla="*/ 4722324 w 12193149"/>
              <a:gd name="connsiteY140" fmla="*/ 2172298 h 2344739"/>
              <a:gd name="connsiteX141" fmla="*/ 4716674 w 12193149"/>
              <a:gd name="connsiteY141" fmla="*/ 2173573 h 2344739"/>
              <a:gd name="connsiteX142" fmla="*/ 4516962 w 12193149"/>
              <a:gd name="connsiteY142" fmla="*/ 2163671 h 2344739"/>
              <a:gd name="connsiteX143" fmla="*/ 4429691 w 12193149"/>
              <a:gd name="connsiteY143" fmla="*/ 2153020 h 2344739"/>
              <a:gd name="connsiteX144" fmla="*/ 4364023 w 12193149"/>
              <a:gd name="connsiteY144" fmla="*/ 2151674 h 2344739"/>
              <a:gd name="connsiteX145" fmla="*/ 4318114 w 12193149"/>
              <a:gd name="connsiteY145" fmla="*/ 2158289 h 2344739"/>
              <a:gd name="connsiteX146" fmla="*/ 4316258 w 12193149"/>
              <a:gd name="connsiteY146" fmla="*/ 2156948 h 2344739"/>
              <a:gd name="connsiteX147" fmla="*/ 4296292 w 12193149"/>
              <a:gd name="connsiteY147" fmla="*/ 2155069 h 2344739"/>
              <a:gd name="connsiteX148" fmla="*/ 4291212 w 12193149"/>
              <a:gd name="connsiteY148" fmla="*/ 2157986 h 2344739"/>
              <a:gd name="connsiteX149" fmla="*/ 4277290 w 12193149"/>
              <a:gd name="connsiteY149" fmla="*/ 2157740 h 2344739"/>
              <a:gd name="connsiteX150" fmla="*/ 4249265 w 12193149"/>
              <a:gd name="connsiteY150" fmla="*/ 2160064 h 2344739"/>
              <a:gd name="connsiteX151" fmla="*/ 4203199 w 12193149"/>
              <a:gd name="connsiteY151" fmla="*/ 2157269 h 2344739"/>
              <a:gd name="connsiteX152" fmla="*/ 4202893 w 12193149"/>
              <a:gd name="connsiteY152" fmla="*/ 2156010 h 2344739"/>
              <a:gd name="connsiteX153" fmla="*/ 4192396 w 12193149"/>
              <a:gd name="connsiteY153" fmla="*/ 2150376 h 2344739"/>
              <a:gd name="connsiteX154" fmla="*/ 4143893 w 12193149"/>
              <a:gd name="connsiteY154" fmla="*/ 2134511 h 2344739"/>
              <a:gd name="connsiteX155" fmla="*/ 4084245 w 12193149"/>
              <a:gd name="connsiteY155" fmla="*/ 2107978 h 2344739"/>
              <a:gd name="connsiteX156" fmla="*/ 4075694 w 12193149"/>
              <a:gd name="connsiteY156" fmla="*/ 2107143 h 2344739"/>
              <a:gd name="connsiteX157" fmla="*/ 4075575 w 12193149"/>
              <a:gd name="connsiteY157" fmla="*/ 2106844 h 2344739"/>
              <a:gd name="connsiteX158" fmla="*/ 4066658 w 12193149"/>
              <a:gd name="connsiteY158" fmla="*/ 2105400 h 2344739"/>
              <a:gd name="connsiteX159" fmla="*/ 4060102 w 12193149"/>
              <a:gd name="connsiteY159" fmla="*/ 2105618 h 2344739"/>
              <a:gd name="connsiteX160" fmla="*/ 4043512 w 12193149"/>
              <a:gd name="connsiteY160" fmla="*/ 2103997 h 2344739"/>
              <a:gd name="connsiteX161" fmla="*/ 4038145 w 12193149"/>
              <a:gd name="connsiteY161" fmla="*/ 2101563 h 2344739"/>
              <a:gd name="connsiteX162" fmla="*/ 4036511 w 12193149"/>
              <a:gd name="connsiteY162" fmla="*/ 2097896 h 2344739"/>
              <a:gd name="connsiteX163" fmla="*/ 4034926 w 12193149"/>
              <a:gd name="connsiteY163" fmla="*/ 2098131 h 2344739"/>
              <a:gd name="connsiteX164" fmla="*/ 4005686 w 12193149"/>
              <a:gd name="connsiteY164" fmla="*/ 2085563 h 2344739"/>
              <a:gd name="connsiteX165" fmla="*/ 3937994 w 12193149"/>
              <a:gd name="connsiteY165" fmla="*/ 2068106 h 2344739"/>
              <a:gd name="connsiteX166" fmla="*/ 3898423 w 12193149"/>
              <a:gd name="connsiteY166" fmla="*/ 2062451 h 2344739"/>
              <a:gd name="connsiteX167" fmla="*/ 3790908 w 12193149"/>
              <a:gd name="connsiteY167" fmla="*/ 2042213 h 2344739"/>
              <a:gd name="connsiteX168" fmla="*/ 3683661 w 12193149"/>
              <a:gd name="connsiteY168" fmla="*/ 2018290 h 2344739"/>
              <a:gd name="connsiteX169" fmla="*/ 3611183 w 12193149"/>
              <a:gd name="connsiteY169" fmla="*/ 1986019 h 2344739"/>
              <a:gd name="connsiteX170" fmla="*/ 3605003 w 12193149"/>
              <a:gd name="connsiteY170" fmla="*/ 1987381 h 2344739"/>
              <a:gd name="connsiteX171" fmla="*/ 3595884 w 12193149"/>
              <a:gd name="connsiteY171" fmla="*/ 1987545 h 2344739"/>
              <a:gd name="connsiteX172" fmla="*/ 3595649 w 12193149"/>
              <a:gd name="connsiteY172" fmla="*/ 1987276 h 2344739"/>
              <a:gd name="connsiteX173" fmla="*/ 3587126 w 12193149"/>
              <a:gd name="connsiteY173" fmla="*/ 1987966 h 2344739"/>
              <a:gd name="connsiteX174" fmla="*/ 3537283 w 12193149"/>
              <a:gd name="connsiteY174" fmla="*/ 1978267 h 2344739"/>
              <a:gd name="connsiteX175" fmla="*/ 3474371 w 12193149"/>
              <a:gd name="connsiteY175" fmla="*/ 1974606 h 2344739"/>
              <a:gd name="connsiteX176" fmla="*/ 3401876 w 12193149"/>
              <a:gd name="connsiteY176" fmla="*/ 1962558 h 2344739"/>
              <a:gd name="connsiteX177" fmla="*/ 3365036 w 12193149"/>
              <a:gd name="connsiteY177" fmla="*/ 1979510 h 2344739"/>
              <a:gd name="connsiteX178" fmla="*/ 3345174 w 12193149"/>
              <a:gd name="connsiteY178" fmla="*/ 1981192 h 2344739"/>
              <a:gd name="connsiteX179" fmla="*/ 3342846 w 12193149"/>
              <a:gd name="connsiteY179" fmla="*/ 1980217 h 2344739"/>
              <a:gd name="connsiteX180" fmla="*/ 3263504 w 12193149"/>
              <a:gd name="connsiteY180" fmla="*/ 1986094 h 2344739"/>
              <a:gd name="connsiteX181" fmla="*/ 3143704 w 12193149"/>
              <a:gd name="connsiteY181" fmla="*/ 1993869 h 2344739"/>
              <a:gd name="connsiteX182" fmla="*/ 3031439 w 12193149"/>
              <a:gd name="connsiteY182" fmla="*/ 1996512 h 2344739"/>
              <a:gd name="connsiteX183" fmla="*/ 2782717 w 12193149"/>
              <a:gd name="connsiteY183" fmla="*/ 2018333 h 2344739"/>
              <a:gd name="connsiteX184" fmla="*/ 2647675 w 12193149"/>
              <a:gd name="connsiteY184" fmla="*/ 2028869 h 2344739"/>
              <a:gd name="connsiteX185" fmla="*/ 2569176 w 12193149"/>
              <a:gd name="connsiteY185" fmla="*/ 2002628 h 2344739"/>
              <a:gd name="connsiteX186" fmla="*/ 2444403 w 12193149"/>
              <a:gd name="connsiteY186" fmla="*/ 2016529 h 2344739"/>
              <a:gd name="connsiteX187" fmla="*/ 2316260 w 12193149"/>
              <a:gd name="connsiteY187" fmla="*/ 2024996 h 2344739"/>
              <a:gd name="connsiteX188" fmla="*/ 2209726 w 12193149"/>
              <a:gd name="connsiteY188" fmla="*/ 2019763 h 2344739"/>
              <a:gd name="connsiteX189" fmla="*/ 2095813 w 12193149"/>
              <a:gd name="connsiteY189" fmla="*/ 2003052 h 2344739"/>
              <a:gd name="connsiteX190" fmla="*/ 1998504 w 12193149"/>
              <a:gd name="connsiteY190" fmla="*/ 1995032 h 2344739"/>
              <a:gd name="connsiteX191" fmla="*/ 1929320 w 12193149"/>
              <a:gd name="connsiteY191" fmla="*/ 2016977 h 2344739"/>
              <a:gd name="connsiteX192" fmla="*/ 1922798 w 12193149"/>
              <a:gd name="connsiteY192" fmla="*/ 2012146 h 2344739"/>
              <a:gd name="connsiteX193" fmla="*/ 1874228 w 12193149"/>
              <a:gd name="connsiteY193" fmla="*/ 2013741 h 2344739"/>
              <a:gd name="connsiteX194" fmla="*/ 1787803 w 12193149"/>
              <a:gd name="connsiteY194" fmla="*/ 2041363 h 2344739"/>
              <a:gd name="connsiteX195" fmla="*/ 1739352 w 12193149"/>
              <a:gd name="connsiteY195" fmla="*/ 2036312 h 2344739"/>
              <a:gd name="connsiteX196" fmla="*/ 1676219 w 12193149"/>
              <a:gd name="connsiteY196" fmla="*/ 2019963 h 2344739"/>
              <a:gd name="connsiteX197" fmla="*/ 1609817 w 12193149"/>
              <a:gd name="connsiteY197" fmla="*/ 2013066 h 2344739"/>
              <a:gd name="connsiteX198" fmla="*/ 1497258 w 12193149"/>
              <a:gd name="connsiteY198" fmla="*/ 1987476 h 2344739"/>
              <a:gd name="connsiteX199" fmla="*/ 1151127 w 12193149"/>
              <a:gd name="connsiteY199" fmla="*/ 1938041 h 2344739"/>
              <a:gd name="connsiteX200" fmla="*/ 859417 w 12193149"/>
              <a:gd name="connsiteY200" fmla="*/ 1928608 h 2344739"/>
              <a:gd name="connsiteX201" fmla="*/ 838688 w 12193149"/>
              <a:gd name="connsiteY201" fmla="*/ 1929821 h 2344739"/>
              <a:gd name="connsiteX202" fmla="*/ 817957 w 12193149"/>
              <a:gd name="connsiteY202" fmla="*/ 1927857 h 2344739"/>
              <a:gd name="connsiteX203" fmla="*/ 812654 w 12193149"/>
              <a:gd name="connsiteY203" fmla="*/ 1930751 h 2344739"/>
              <a:gd name="connsiteX204" fmla="*/ 721195 w 12193149"/>
              <a:gd name="connsiteY204" fmla="*/ 1929661 h 2344739"/>
              <a:gd name="connsiteX205" fmla="*/ 720890 w 12193149"/>
              <a:gd name="connsiteY205" fmla="*/ 1928399 h 2344739"/>
              <a:gd name="connsiteX206" fmla="*/ 710023 w 12193149"/>
              <a:gd name="connsiteY206" fmla="*/ 1922722 h 2344739"/>
              <a:gd name="connsiteX207" fmla="*/ 597940 w 12193149"/>
              <a:gd name="connsiteY207" fmla="*/ 1879864 h 2344739"/>
              <a:gd name="connsiteX208" fmla="*/ 579683 w 12193149"/>
              <a:gd name="connsiteY208" fmla="*/ 1877212 h 2344739"/>
              <a:gd name="connsiteX209" fmla="*/ 572865 w 12193149"/>
              <a:gd name="connsiteY209" fmla="*/ 1877401 h 2344739"/>
              <a:gd name="connsiteX210" fmla="*/ 446247 w 12193149"/>
              <a:gd name="connsiteY210" fmla="*/ 1839371 h 2344739"/>
              <a:gd name="connsiteX211" fmla="*/ 405163 w 12193149"/>
              <a:gd name="connsiteY211" fmla="*/ 1833548 h 2344739"/>
              <a:gd name="connsiteX212" fmla="*/ 293583 w 12193149"/>
              <a:gd name="connsiteY212" fmla="*/ 1812852 h 2344739"/>
              <a:gd name="connsiteX213" fmla="*/ 119529 w 12193149"/>
              <a:gd name="connsiteY213" fmla="*/ 1761047 h 2344739"/>
              <a:gd name="connsiteX214" fmla="*/ 16674 w 12193149"/>
              <a:gd name="connsiteY214" fmla="*/ 1758191 h 2344739"/>
              <a:gd name="connsiteX215" fmla="*/ 1150 w 12193149"/>
              <a:gd name="connsiteY215" fmla="*/ 1752722 h 2344739"/>
              <a:gd name="connsiteX216" fmla="*/ 1148 w 12193149"/>
              <a:gd name="connsiteY216" fmla="*/ 222213 h 2344739"/>
              <a:gd name="connsiteX217" fmla="*/ 1148 w 12193149"/>
              <a:gd name="connsiteY217" fmla="*/ 0 h 2344739"/>
              <a:gd name="connsiteX0" fmla="*/ 1148 w 12193149"/>
              <a:gd name="connsiteY0" fmla="*/ 0 h 2344739"/>
              <a:gd name="connsiteX1" fmla="*/ 12193148 w 12193149"/>
              <a:gd name="connsiteY1" fmla="*/ 0 h 2344739"/>
              <a:gd name="connsiteX2" fmla="*/ 12193149 w 12193149"/>
              <a:gd name="connsiteY2" fmla="*/ 579739 h 2344739"/>
              <a:gd name="connsiteX3" fmla="*/ 12185986 w 12193149"/>
              <a:gd name="connsiteY3" fmla="*/ 584189 h 2344739"/>
              <a:gd name="connsiteX4" fmla="*/ 12156363 w 12193149"/>
              <a:gd name="connsiteY4" fmla="*/ 597366 h 2344739"/>
              <a:gd name="connsiteX5" fmla="*/ 12139215 w 12193149"/>
              <a:gd name="connsiteY5" fmla="*/ 623179 h 2344739"/>
              <a:gd name="connsiteX6" fmla="*/ 12126327 w 12193149"/>
              <a:gd name="connsiteY6" fmla="*/ 624690 h 2344739"/>
              <a:gd name="connsiteX7" fmla="*/ 12124007 w 12193149"/>
              <a:gd name="connsiteY7" fmla="*/ 624794 h 2344739"/>
              <a:gd name="connsiteX8" fmla="*/ 12116854 w 12193149"/>
              <a:gd name="connsiteY8" fmla="*/ 628608 h 2344739"/>
              <a:gd name="connsiteX9" fmla="*/ 12099497 w 12193149"/>
              <a:gd name="connsiteY9" fmla="*/ 628139 h 2344739"/>
              <a:gd name="connsiteX10" fmla="*/ 12087073 w 12193149"/>
              <a:gd name="connsiteY10" fmla="*/ 636341 h 2344739"/>
              <a:gd name="connsiteX11" fmla="*/ 12031073 w 12193149"/>
              <a:gd name="connsiteY11" fmla="*/ 680009 h 2344739"/>
              <a:gd name="connsiteX12" fmla="*/ 11995833 w 12193149"/>
              <a:gd name="connsiteY12" fmla="*/ 703458 h 2344739"/>
              <a:gd name="connsiteX13" fmla="*/ 11979717 w 12193149"/>
              <a:gd name="connsiteY13" fmla="*/ 708161 h 2344739"/>
              <a:gd name="connsiteX14" fmla="*/ 11959046 w 12193149"/>
              <a:gd name="connsiteY14" fmla="*/ 717558 h 2344739"/>
              <a:gd name="connsiteX15" fmla="*/ 11920454 w 12193149"/>
              <a:gd name="connsiteY15" fmla="*/ 730883 h 2344739"/>
              <a:gd name="connsiteX16" fmla="*/ 11903656 w 12193149"/>
              <a:gd name="connsiteY16" fmla="*/ 742426 h 2344739"/>
              <a:gd name="connsiteX17" fmla="*/ 11895048 w 12193149"/>
              <a:gd name="connsiteY17" fmla="*/ 744791 h 2344739"/>
              <a:gd name="connsiteX18" fmla="*/ 11891968 w 12193149"/>
              <a:gd name="connsiteY18" fmla="*/ 755729 h 2344739"/>
              <a:gd name="connsiteX19" fmla="*/ 11870776 w 12193149"/>
              <a:gd name="connsiteY19" fmla="*/ 777816 h 2344739"/>
              <a:gd name="connsiteX20" fmla="*/ 11813376 w 12193149"/>
              <a:gd name="connsiteY20" fmla="*/ 797659 h 2344739"/>
              <a:gd name="connsiteX21" fmla="*/ 11590693 w 12193149"/>
              <a:gd name="connsiteY21" fmla="*/ 963777 h 2344739"/>
              <a:gd name="connsiteX22" fmla="*/ 11506817 w 12193149"/>
              <a:gd name="connsiteY22" fmla="*/ 1033623 h 2344739"/>
              <a:gd name="connsiteX23" fmla="*/ 11280332 w 12193149"/>
              <a:gd name="connsiteY23" fmla="*/ 1223571 h 2344739"/>
              <a:gd name="connsiteX24" fmla="*/ 11228309 w 12193149"/>
              <a:gd name="connsiteY24" fmla="*/ 1276236 h 2344739"/>
              <a:gd name="connsiteX25" fmla="*/ 11218087 w 12193149"/>
              <a:gd name="connsiteY25" fmla="*/ 1275961 h 2344739"/>
              <a:gd name="connsiteX26" fmla="*/ 11217184 w 12193149"/>
              <a:gd name="connsiteY26" fmla="*/ 1275018 h 2344739"/>
              <a:gd name="connsiteX27" fmla="*/ 11188885 w 12193149"/>
              <a:gd name="connsiteY27" fmla="*/ 1292383 h 2344739"/>
              <a:gd name="connsiteX28" fmla="*/ 11184501 w 12193149"/>
              <a:gd name="connsiteY28" fmla="*/ 1292525 h 2344739"/>
              <a:gd name="connsiteX29" fmla="*/ 11166854 w 12193149"/>
              <a:gd name="connsiteY29" fmla="*/ 1306612 h 2344739"/>
              <a:gd name="connsiteX30" fmla="*/ 11157311 w 12193149"/>
              <a:gd name="connsiteY30" fmla="*/ 1312414 h 2344739"/>
              <a:gd name="connsiteX31" fmla="*/ 11155496 w 12193149"/>
              <a:gd name="connsiteY31" fmla="*/ 1317097 h 2344739"/>
              <a:gd name="connsiteX32" fmla="*/ 11140961 w 12193149"/>
              <a:gd name="connsiteY32" fmla="*/ 1324115 h 2344739"/>
              <a:gd name="connsiteX33" fmla="*/ 11138961 w 12193149"/>
              <a:gd name="connsiteY33" fmla="*/ 1323772 h 2344739"/>
              <a:gd name="connsiteX34" fmla="*/ 11128208 w 12193149"/>
              <a:gd name="connsiteY34" fmla="*/ 1333832 h 2344739"/>
              <a:gd name="connsiteX35" fmla="*/ 11120691 w 12193149"/>
              <a:gd name="connsiteY35" fmla="*/ 1347424 h 2344739"/>
              <a:gd name="connsiteX36" fmla="*/ 10894683 w 12193149"/>
              <a:gd name="connsiteY36" fmla="*/ 1473399 h 2344739"/>
              <a:gd name="connsiteX37" fmla="*/ 10773300 w 12193149"/>
              <a:gd name="connsiteY37" fmla="*/ 1523191 h 2344739"/>
              <a:gd name="connsiteX38" fmla="*/ 10627668 w 12193149"/>
              <a:gd name="connsiteY38" fmla="*/ 1559229 h 2344739"/>
              <a:gd name="connsiteX39" fmla="*/ 10581895 w 12193149"/>
              <a:gd name="connsiteY39" fmla="*/ 1568689 h 2344739"/>
              <a:gd name="connsiteX40" fmla="*/ 10547790 w 12193149"/>
              <a:gd name="connsiteY40" fmla="*/ 1598423 h 2344739"/>
              <a:gd name="connsiteX41" fmla="*/ 10529643 w 12193149"/>
              <a:gd name="connsiteY41" fmla="*/ 1596907 h 2344739"/>
              <a:gd name="connsiteX42" fmla="*/ 10526446 w 12193149"/>
              <a:gd name="connsiteY42" fmla="*/ 1596411 h 2344739"/>
              <a:gd name="connsiteX43" fmla="*/ 10515129 w 12193149"/>
              <a:gd name="connsiteY43" fmla="*/ 1599537 h 2344739"/>
              <a:gd name="connsiteX44" fmla="*/ 10491735 w 12193149"/>
              <a:gd name="connsiteY44" fmla="*/ 1594156 h 2344739"/>
              <a:gd name="connsiteX45" fmla="*/ 10471418 w 12193149"/>
              <a:gd name="connsiteY45" fmla="*/ 1601693 h 2344739"/>
              <a:gd name="connsiteX46" fmla="*/ 10377042 w 12193149"/>
              <a:gd name="connsiteY46" fmla="*/ 1644598 h 2344739"/>
              <a:gd name="connsiteX47" fmla="*/ 10319338 w 12193149"/>
              <a:gd name="connsiteY47" fmla="*/ 1666221 h 2344739"/>
              <a:gd name="connsiteX48" fmla="*/ 10295467 w 12193149"/>
              <a:gd name="connsiteY48" fmla="*/ 1668079 h 2344739"/>
              <a:gd name="connsiteX49" fmla="*/ 10263443 w 12193149"/>
              <a:gd name="connsiteY49" fmla="*/ 1674948 h 2344739"/>
              <a:gd name="connsiteX50" fmla="*/ 10205418 w 12193149"/>
              <a:gd name="connsiteY50" fmla="*/ 1682149 h 2344739"/>
              <a:gd name="connsiteX51" fmla="*/ 10177759 w 12193149"/>
              <a:gd name="connsiteY51" fmla="*/ 1692943 h 2344739"/>
              <a:gd name="connsiteX52" fmla="*/ 10165070 w 12193149"/>
              <a:gd name="connsiteY52" fmla="*/ 1693739 h 2344739"/>
              <a:gd name="connsiteX53" fmla="*/ 10156308 w 12193149"/>
              <a:gd name="connsiteY53" fmla="*/ 1707487 h 2344739"/>
              <a:gd name="connsiteX54" fmla="*/ 10118267 w 12193149"/>
              <a:gd name="connsiteY54" fmla="*/ 1731142 h 2344739"/>
              <a:gd name="connsiteX55" fmla="*/ 10083317 w 12193149"/>
              <a:gd name="connsiteY55" fmla="*/ 1743296 h 2344739"/>
              <a:gd name="connsiteX56" fmla="*/ 10040388 w 12193149"/>
              <a:gd name="connsiteY56" fmla="*/ 1741632 h 2344739"/>
              <a:gd name="connsiteX57" fmla="*/ 9961167 w 12193149"/>
              <a:gd name="connsiteY57" fmla="*/ 1757147 h 2344739"/>
              <a:gd name="connsiteX58" fmla="*/ 9848940 w 12193149"/>
              <a:gd name="connsiteY58" fmla="*/ 1763915 h 2344739"/>
              <a:gd name="connsiteX59" fmla="*/ 9729457 w 12193149"/>
              <a:gd name="connsiteY59" fmla="*/ 1784122 h 2344739"/>
              <a:gd name="connsiteX60" fmla="*/ 9613704 w 12193149"/>
              <a:gd name="connsiteY60" fmla="*/ 1812371 h 2344739"/>
              <a:gd name="connsiteX61" fmla="*/ 9338590 w 12193149"/>
              <a:gd name="connsiteY61" fmla="*/ 1869293 h 2344739"/>
              <a:gd name="connsiteX62" fmla="*/ 9232518 w 12193149"/>
              <a:gd name="connsiteY62" fmla="*/ 1893149 h 2344739"/>
              <a:gd name="connsiteX63" fmla="*/ 9156690 w 12193149"/>
              <a:gd name="connsiteY63" fmla="*/ 1903228 h 2344739"/>
              <a:gd name="connsiteX64" fmla="*/ 9054601 w 12193149"/>
              <a:gd name="connsiteY64" fmla="*/ 1910755 h 2344739"/>
              <a:gd name="connsiteX65" fmla="*/ 9006634 w 12193149"/>
              <a:gd name="connsiteY65" fmla="*/ 1914040 h 2344739"/>
              <a:gd name="connsiteX66" fmla="*/ 9006349 w 12193149"/>
              <a:gd name="connsiteY66" fmla="*/ 1913800 h 2344739"/>
              <a:gd name="connsiteX67" fmla="*/ 8997380 w 12193149"/>
              <a:gd name="connsiteY67" fmla="*/ 1915011 h 2344739"/>
              <a:gd name="connsiteX68" fmla="*/ 8991542 w 12193149"/>
              <a:gd name="connsiteY68" fmla="*/ 1917072 h 2344739"/>
              <a:gd name="connsiteX69" fmla="*/ 8975485 w 12193149"/>
              <a:gd name="connsiteY69" fmla="*/ 1920298 h 2344739"/>
              <a:gd name="connsiteX70" fmla="*/ 8969159 w 12193149"/>
              <a:gd name="connsiteY70" fmla="*/ 1919598 h 2344739"/>
              <a:gd name="connsiteX71" fmla="*/ 8964196 w 12193149"/>
              <a:gd name="connsiteY71" fmla="*/ 1917373 h 2344739"/>
              <a:gd name="connsiteX72" fmla="*/ 8930136 w 12193149"/>
              <a:gd name="connsiteY72" fmla="*/ 1914185 h 2344739"/>
              <a:gd name="connsiteX73" fmla="*/ 8753592 w 12193149"/>
              <a:gd name="connsiteY73" fmla="*/ 1933417 h 2344739"/>
              <a:gd name="connsiteX74" fmla="*/ 8708995 w 12193149"/>
              <a:gd name="connsiteY74" fmla="*/ 1935518 h 2344739"/>
              <a:gd name="connsiteX75" fmla="*/ 8597219 w 12193149"/>
              <a:gd name="connsiteY75" fmla="*/ 1944090 h 2344739"/>
              <a:gd name="connsiteX76" fmla="*/ 8526378 w 12193149"/>
              <a:gd name="connsiteY76" fmla="*/ 1929248 h 2344739"/>
              <a:gd name="connsiteX77" fmla="*/ 8512131 w 12193149"/>
              <a:gd name="connsiteY77" fmla="*/ 1935163 h 2344739"/>
              <a:gd name="connsiteX78" fmla="*/ 8507315 w 12193149"/>
              <a:gd name="connsiteY78" fmla="*/ 1938164 h 2344739"/>
              <a:gd name="connsiteX79" fmla="*/ 8499116 w 12193149"/>
              <a:gd name="connsiteY79" fmla="*/ 1940902 h 2344739"/>
              <a:gd name="connsiteX80" fmla="*/ 8498742 w 12193149"/>
              <a:gd name="connsiteY80" fmla="*/ 1940723 h 2344739"/>
              <a:gd name="connsiteX81" fmla="*/ 8491397 w 12193149"/>
              <a:gd name="connsiteY81" fmla="*/ 1943773 h 2344739"/>
              <a:gd name="connsiteX82" fmla="*/ 8368330 w 12193149"/>
              <a:gd name="connsiteY82" fmla="*/ 1957815 h 2344739"/>
              <a:gd name="connsiteX83" fmla="*/ 8354947 w 12193149"/>
              <a:gd name="connsiteY83" fmla="*/ 1958009 h 2344739"/>
              <a:gd name="connsiteX84" fmla="*/ 8321252 w 12193149"/>
              <a:gd name="connsiteY84" fmla="*/ 1974587 h 2344739"/>
              <a:gd name="connsiteX85" fmla="*/ 8315581 w 12193149"/>
              <a:gd name="connsiteY85" fmla="*/ 1974913 h 2344739"/>
              <a:gd name="connsiteX86" fmla="*/ 8296322 w 12193149"/>
              <a:gd name="connsiteY86" fmla="*/ 1988808 h 2344739"/>
              <a:gd name="connsiteX87" fmla="*/ 8285424 w 12193149"/>
              <a:gd name="connsiteY87" fmla="*/ 1994631 h 2344739"/>
              <a:gd name="connsiteX88" fmla="*/ 8284298 w 12193149"/>
              <a:gd name="connsiteY88" fmla="*/ 1999074 h 2344739"/>
              <a:gd name="connsiteX89" fmla="*/ 8267224 w 12193149"/>
              <a:gd name="connsiteY89" fmla="*/ 2006249 h 2344739"/>
              <a:gd name="connsiteX90" fmla="*/ 8264525 w 12193149"/>
              <a:gd name="connsiteY90" fmla="*/ 2006019 h 2344739"/>
              <a:gd name="connsiteX91" fmla="*/ 8253181 w 12193149"/>
              <a:gd name="connsiteY91" fmla="*/ 2015862 h 2344739"/>
              <a:gd name="connsiteX92" fmla="*/ 8246982 w 12193149"/>
              <a:gd name="connsiteY92" fmla="*/ 2028854 h 2344739"/>
              <a:gd name="connsiteX93" fmla="*/ 8091420 w 12193149"/>
              <a:gd name="connsiteY93" fmla="*/ 2075015 h 2344739"/>
              <a:gd name="connsiteX94" fmla="*/ 7906555 w 12193149"/>
              <a:gd name="connsiteY94" fmla="*/ 2116988 h 2344739"/>
              <a:gd name="connsiteX95" fmla="*/ 7719893 w 12193149"/>
              <a:gd name="connsiteY95" fmla="*/ 2142703 h 2344739"/>
              <a:gd name="connsiteX96" fmla="*/ 7615495 w 12193149"/>
              <a:gd name="connsiteY96" fmla="*/ 2139232 h 2344739"/>
              <a:gd name="connsiteX97" fmla="*/ 7528691 w 12193149"/>
              <a:gd name="connsiteY97" fmla="*/ 2145060 h 2344739"/>
              <a:gd name="connsiteX98" fmla="*/ 7520719 w 12193149"/>
              <a:gd name="connsiteY98" fmla="*/ 2147613 h 2344739"/>
              <a:gd name="connsiteX99" fmla="*/ 7508559 w 12193149"/>
              <a:gd name="connsiteY99" fmla="*/ 2148948 h 2344739"/>
              <a:gd name="connsiteX100" fmla="*/ 7508188 w 12193149"/>
              <a:gd name="connsiteY100" fmla="*/ 2148621 h 2344739"/>
              <a:gd name="connsiteX101" fmla="*/ 7496943 w 12193149"/>
              <a:gd name="connsiteY101" fmla="*/ 2150573 h 2344739"/>
              <a:gd name="connsiteX102" fmla="*/ 7219707 w 12193149"/>
              <a:gd name="connsiteY102" fmla="*/ 2156680 h 2344739"/>
              <a:gd name="connsiteX103" fmla="*/ 7202249 w 12193149"/>
              <a:gd name="connsiteY103" fmla="*/ 2161230 h 2344739"/>
              <a:gd name="connsiteX104" fmla="*/ 7198152 w 12193149"/>
              <a:gd name="connsiteY104" fmla="*/ 2166588 h 2344739"/>
              <a:gd name="connsiteX105" fmla="*/ 7171956 w 12193149"/>
              <a:gd name="connsiteY105" fmla="*/ 2171236 h 2344739"/>
              <a:gd name="connsiteX106" fmla="*/ 7098136 w 12193149"/>
              <a:gd name="connsiteY106" fmla="*/ 2183464 h 2344739"/>
              <a:gd name="connsiteX107" fmla="*/ 7019644 w 12193149"/>
              <a:gd name="connsiteY107" fmla="*/ 2183090 h 2344739"/>
              <a:gd name="connsiteX108" fmla="*/ 6905294 w 12193149"/>
              <a:gd name="connsiteY108" fmla="*/ 2212596 h 2344739"/>
              <a:gd name="connsiteX109" fmla="*/ 6709370 w 12193149"/>
              <a:gd name="connsiteY109" fmla="*/ 2240551 h 2344739"/>
              <a:gd name="connsiteX110" fmla="*/ 6550602 w 12193149"/>
              <a:gd name="connsiteY110" fmla="*/ 2269327 h 2344739"/>
              <a:gd name="connsiteX111" fmla="*/ 6318708 w 12193149"/>
              <a:gd name="connsiteY111" fmla="*/ 2316127 h 2344739"/>
              <a:gd name="connsiteX112" fmla="*/ 6169822 w 12193149"/>
              <a:gd name="connsiteY112" fmla="*/ 2318214 h 2344739"/>
              <a:gd name="connsiteX113" fmla="*/ 6074996 w 12193149"/>
              <a:gd name="connsiteY113" fmla="*/ 2338676 h 2344739"/>
              <a:gd name="connsiteX114" fmla="*/ 6069677 w 12193149"/>
              <a:gd name="connsiteY114" fmla="*/ 2337139 h 2344739"/>
              <a:gd name="connsiteX115" fmla="*/ 6049786 w 12193149"/>
              <a:gd name="connsiteY115" fmla="*/ 2337822 h 2344739"/>
              <a:gd name="connsiteX116" fmla="*/ 6042433 w 12193149"/>
              <a:gd name="connsiteY116" fmla="*/ 2329473 h 2344739"/>
              <a:gd name="connsiteX117" fmla="*/ 6011238 w 12193149"/>
              <a:gd name="connsiteY117" fmla="*/ 2324380 h 2344739"/>
              <a:gd name="connsiteX118" fmla="*/ 5958523 w 12193149"/>
              <a:gd name="connsiteY118" fmla="*/ 2328024 h 2344739"/>
              <a:gd name="connsiteX119" fmla="*/ 5760067 w 12193149"/>
              <a:gd name="connsiteY119" fmla="*/ 2343716 h 2344739"/>
              <a:gd name="connsiteX120" fmla="*/ 5628108 w 12193149"/>
              <a:gd name="connsiteY120" fmla="*/ 2344739 h 2344739"/>
              <a:gd name="connsiteX121" fmla="*/ 5472054 w 12193149"/>
              <a:gd name="connsiteY121" fmla="*/ 2330719 h 2344739"/>
              <a:gd name="connsiteX122" fmla="*/ 5433909 w 12193149"/>
              <a:gd name="connsiteY122" fmla="*/ 2319466 h 2344739"/>
              <a:gd name="connsiteX123" fmla="*/ 5382817 w 12193149"/>
              <a:gd name="connsiteY123" fmla="*/ 2301764 h 2344739"/>
              <a:gd name="connsiteX124" fmla="*/ 5262912 w 12193149"/>
              <a:gd name="connsiteY124" fmla="*/ 2281347 h 2344739"/>
              <a:gd name="connsiteX125" fmla="*/ 5224109 w 12193149"/>
              <a:gd name="connsiteY125" fmla="*/ 2270223 h 2344739"/>
              <a:gd name="connsiteX126" fmla="*/ 5175808 w 12193149"/>
              <a:gd name="connsiteY126" fmla="*/ 2267233 h 2344739"/>
              <a:gd name="connsiteX127" fmla="*/ 5157702 w 12193149"/>
              <a:gd name="connsiteY127" fmla="*/ 2260010 h 2344739"/>
              <a:gd name="connsiteX128" fmla="*/ 5143747 w 12193149"/>
              <a:gd name="connsiteY128" fmla="*/ 2256610 h 2344739"/>
              <a:gd name="connsiteX129" fmla="*/ 5140744 w 12193149"/>
              <a:gd name="connsiteY129" fmla="*/ 2254509 h 2344739"/>
              <a:gd name="connsiteX130" fmla="*/ 5122807 w 12193149"/>
              <a:gd name="connsiteY130" fmla="*/ 2243656 h 2344739"/>
              <a:gd name="connsiteX131" fmla="*/ 5066938 w 12193149"/>
              <a:gd name="connsiteY131" fmla="*/ 2250227 h 2344739"/>
              <a:gd name="connsiteX132" fmla="*/ 5012662 w 12193149"/>
              <a:gd name="connsiteY132" fmla="*/ 2233846 h 2344739"/>
              <a:gd name="connsiteX133" fmla="*/ 4841589 w 12193149"/>
              <a:gd name="connsiteY133" fmla="*/ 2209829 h 2344739"/>
              <a:gd name="connsiteX134" fmla="*/ 4763595 w 12193149"/>
              <a:gd name="connsiteY134" fmla="*/ 2182061 h 2344739"/>
              <a:gd name="connsiteX135" fmla="*/ 4724334 w 12193149"/>
              <a:gd name="connsiteY135" fmla="*/ 2173047 h 2344739"/>
              <a:gd name="connsiteX136" fmla="*/ 4722324 w 12193149"/>
              <a:gd name="connsiteY136" fmla="*/ 2172298 h 2344739"/>
              <a:gd name="connsiteX137" fmla="*/ 4723259 w 12193149"/>
              <a:gd name="connsiteY137" fmla="*/ 2172087 h 2344739"/>
              <a:gd name="connsiteX138" fmla="*/ 4718350 w 12193149"/>
              <a:gd name="connsiteY138" fmla="*/ 2170817 h 2344739"/>
              <a:gd name="connsiteX139" fmla="*/ 4722324 w 12193149"/>
              <a:gd name="connsiteY139" fmla="*/ 2172298 h 2344739"/>
              <a:gd name="connsiteX140" fmla="*/ 4716674 w 12193149"/>
              <a:gd name="connsiteY140" fmla="*/ 2173573 h 2344739"/>
              <a:gd name="connsiteX141" fmla="*/ 4516962 w 12193149"/>
              <a:gd name="connsiteY141" fmla="*/ 2163671 h 2344739"/>
              <a:gd name="connsiteX142" fmla="*/ 4429691 w 12193149"/>
              <a:gd name="connsiteY142" fmla="*/ 2153020 h 2344739"/>
              <a:gd name="connsiteX143" fmla="*/ 4364023 w 12193149"/>
              <a:gd name="connsiteY143" fmla="*/ 2151674 h 2344739"/>
              <a:gd name="connsiteX144" fmla="*/ 4318114 w 12193149"/>
              <a:gd name="connsiteY144" fmla="*/ 2158289 h 2344739"/>
              <a:gd name="connsiteX145" fmla="*/ 4316258 w 12193149"/>
              <a:gd name="connsiteY145" fmla="*/ 2156948 h 2344739"/>
              <a:gd name="connsiteX146" fmla="*/ 4296292 w 12193149"/>
              <a:gd name="connsiteY146" fmla="*/ 2155069 h 2344739"/>
              <a:gd name="connsiteX147" fmla="*/ 4291212 w 12193149"/>
              <a:gd name="connsiteY147" fmla="*/ 2157986 h 2344739"/>
              <a:gd name="connsiteX148" fmla="*/ 4277290 w 12193149"/>
              <a:gd name="connsiteY148" fmla="*/ 2157740 h 2344739"/>
              <a:gd name="connsiteX149" fmla="*/ 4249265 w 12193149"/>
              <a:gd name="connsiteY149" fmla="*/ 2160064 h 2344739"/>
              <a:gd name="connsiteX150" fmla="*/ 4203199 w 12193149"/>
              <a:gd name="connsiteY150" fmla="*/ 2157269 h 2344739"/>
              <a:gd name="connsiteX151" fmla="*/ 4202893 w 12193149"/>
              <a:gd name="connsiteY151" fmla="*/ 2156010 h 2344739"/>
              <a:gd name="connsiteX152" fmla="*/ 4192396 w 12193149"/>
              <a:gd name="connsiteY152" fmla="*/ 2150376 h 2344739"/>
              <a:gd name="connsiteX153" fmla="*/ 4143893 w 12193149"/>
              <a:gd name="connsiteY153" fmla="*/ 2134511 h 2344739"/>
              <a:gd name="connsiteX154" fmla="*/ 4084245 w 12193149"/>
              <a:gd name="connsiteY154" fmla="*/ 2107978 h 2344739"/>
              <a:gd name="connsiteX155" fmla="*/ 4075694 w 12193149"/>
              <a:gd name="connsiteY155" fmla="*/ 2107143 h 2344739"/>
              <a:gd name="connsiteX156" fmla="*/ 4075575 w 12193149"/>
              <a:gd name="connsiteY156" fmla="*/ 2106844 h 2344739"/>
              <a:gd name="connsiteX157" fmla="*/ 4066658 w 12193149"/>
              <a:gd name="connsiteY157" fmla="*/ 2105400 h 2344739"/>
              <a:gd name="connsiteX158" fmla="*/ 4060102 w 12193149"/>
              <a:gd name="connsiteY158" fmla="*/ 2105618 h 2344739"/>
              <a:gd name="connsiteX159" fmla="*/ 4043512 w 12193149"/>
              <a:gd name="connsiteY159" fmla="*/ 2103997 h 2344739"/>
              <a:gd name="connsiteX160" fmla="*/ 4038145 w 12193149"/>
              <a:gd name="connsiteY160" fmla="*/ 2101563 h 2344739"/>
              <a:gd name="connsiteX161" fmla="*/ 4036511 w 12193149"/>
              <a:gd name="connsiteY161" fmla="*/ 2097896 h 2344739"/>
              <a:gd name="connsiteX162" fmla="*/ 4034926 w 12193149"/>
              <a:gd name="connsiteY162" fmla="*/ 2098131 h 2344739"/>
              <a:gd name="connsiteX163" fmla="*/ 4005686 w 12193149"/>
              <a:gd name="connsiteY163" fmla="*/ 2085563 h 2344739"/>
              <a:gd name="connsiteX164" fmla="*/ 3937994 w 12193149"/>
              <a:gd name="connsiteY164" fmla="*/ 2068106 h 2344739"/>
              <a:gd name="connsiteX165" fmla="*/ 3898423 w 12193149"/>
              <a:gd name="connsiteY165" fmla="*/ 2062451 h 2344739"/>
              <a:gd name="connsiteX166" fmla="*/ 3790908 w 12193149"/>
              <a:gd name="connsiteY166" fmla="*/ 2042213 h 2344739"/>
              <a:gd name="connsiteX167" fmla="*/ 3683661 w 12193149"/>
              <a:gd name="connsiteY167" fmla="*/ 2018290 h 2344739"/>
              <a:gd name="connsiteX168" fmla="*/ 3611183 w 12193149"/>
              <a:gd name="connsiteY168" fmla="*/ 1986019 h 2344739"/>
              <a:gd name="connsiteX169" fmla="*/ 3605003 w 12193149"/>
              <a:gd name="connsiteY169" fmla="*/ 1987381 h 2344739"/>
              <a:gd name="connsiteX170" fmla="*/ 3595884 w 12193149"/>
              <a:gd name="connsiteY170" fmla="*/ 1987545 h 2344739"/>
              <a:gd name="connsiteX171" fmla="*/ 3595649 w 12193149"/>
              <a:gd name="connsiteY171" fmla="*/ 1987276 h 2344739"/>
              <a:gd name="connsiteX172" fmla="*/ 3587126 w 12193149"/>
              <a:gd name="connsiteY172" fmla="*/ 1987966 h 2344739"/>
              <a:gd name="connsiteX173" fmla="*/ 3537283 w 12193149"/>
              <a:gd name="connsiteY173" fmla="*/ 1978267 h 2344739"/>
              <a:gd name="connsiteX174" fmla="*/ 3474371 w 12193149"/>
              <a:gd name="connsiteY174" fmla="*/ 1974606 h 2344739"/>
              <a:gd name="connsiteX175" fmla="*/ 3401876 w 12193149"/>
              <a:gd name="connsiteY175" fmla="*/ 1962558 h 2344739"/>
              <a:gd name="connsiteX176" fmla="*/ 3365036 w 12193149"/>
              <a:gd name="connsiteY176" fmla="*/ 1979510 h 2344739"/>
              <a:gd name="connsiteX177" fmla="*/ 3345174 w 12193149"/>
              <a:gd name="connsiteY177" fmla="*/ 1981192 h 2344739"/>
              <a:gd name="connsiteX178" fmla="*/ 3342846 w 12193149"/>
              <a:gd name="connsiteY178" fmla="*/ 1980217 h 2344739"/>
              <a:gd name="connsiteX179" fmla="*/ 3263504 w 12193149"/>
              <a:gd name="connsiteY179" fmla="*/ 1986094 h 2344739"/>
              <a:gd name="connsiteX180" fmla="*/ 3143704 w 12193149"/>
              <a:gd name="connsiteY180" fmla="*/ 1993869 h 2344739"/>
              <a:gd name="connsiteX181" fmla="*/ 3031439 w 12193149"/>
              <a:gd name="connsiteY181" fmla="*/ 1996512 h 2344739"/>
              <a:gd name="connsiteX182" fmla="*/ 2782717 w 12193149"/>
              <a:gd name="connsiteY182" fmla="*/ 2018333 h 2344739"/>
              <a:gd name="connsiteX183" fmla="*/ 2647675 w 12193149"/>
              <a:gd name="connsiteY183" fmla="*/ 2028869 h 2344739"/>
              <a:gd name="connsiteX184" fmla="*/ 2569176 w 12193149"/>
              <a:gd name="connsiteY184" fmla="*/ 2002628 h 2344739"/>
              <a:gd name="connsiteX185" fmla="*/ 2444403 w 12193149"/>
              <a:gd name="connsiteY185" fmla="*/ 2016529 h 2344739"/>
              <a:gd name="connsiteX186" fmla="*/ 2316260 w 12193149"/>
              <a:gd name="connsiteY186" fmla="*/ 2024996 h 2344739"/>
              <a:gd name="connsiteX187" fmla="*/ 2209726 w 12193149"/>
              <a:gd name="connsiteY187" fmla="*/ 2019763 h 2344739"/>
              <a:gd name="connsiteX188" fmla="*/ 2095813 w 12193149"/>
              <a:gd name="connsiteY188" fmla="*/ 2003052 h 2344739"/>
              <a:gd name="connsiteX189" fmla="*/ 1998504 w 12193149"/>
              <a:gd name="connsiteY189" fmla="*/ 1995032 h 2344739"/>
              <a:gd name="connsiteX190" fmla="*/ 1929320 w 12193149"/>
              <a:gd name="connsiteY190" fmla="*/ 2016977 h 2344739"/>
              <a:gd name="connsiteX191" fmla="*/ 1922798 w 12193149"/>
              <a:gd name="connsiteY191" fmla="*/ 2012146 h 2344739"/>
              <a:gd name="connsiteX192" fmla="*/ 1874228 w 12193149"/>
              <a:gd name="connsiteY192" fmla="*/ 2013741 h 2344739"/>
              <a:gd name="connsiteX193" fmla="*/ 1787803 w 12193149"/>
              <a:gd name="connsiteY193" fmla="*/ 2041363 h 2344739"/>
              <a:gd name="connsiteX194" fmla="*/ 1739352 w 12193149"/>
              <a:gd name="connsiteY194" fmla="*/ 2036312 h 2344739"/>
              <a:gd name="connsiteX195" fmla="*/ 1676219 w 12193149"/>
              <a:gd name="connsiteY195" fmla="*/ 2019963 h 2344739"/>
              <a:gd name="connsiteX196" fmla="*/ 1609817 w 12193149"/>
              <a:gd name="connsiteY196" fmla="*/ 2013066 h 2344739"/>
              <a:gd name="connsiteX197" fmla="*/ 1497258 w 12193149"/>
              <a:gd name="connsiteY197" fmla="*/ 1987476 h 2344739"/>
              <a:gd name="connsiteX198" fmla="*/ 1151127 w 12193149"/>
              <a:gd name="connsiteY198" fmla="*/ 1938041 h 2344739"/>
              <a:gd name="connsiteX199" fmla="*/ 859417 w 12193149"/>
              <a:gd name="connsiteY199" fmla="*/ 1928608 h 2344739"/>
              <a:gd name="connsiteX200" fmla="*/ 838688 w 12193149"/>
              <a:gd name="connsiteY200" fmla="*/ 1929821 h 2344739"/>
              <a:gd name="connsiteX201" fmla="*/ 817957 w 12193149"/>
              <a:gd name="connsiteY201" fmla="*/ 1927857 h 2344739"/>
              <a:gd name="connsiteX202" fmla="*/ 812654 w 12193149"/>
              <a:gd name="connsiteY202" fmla="*/ 1930751 h 2344739"/>
              <a:gd name="connsiteX203" fmla="*/ 721195 w 12193149"/>
              <a:gd name="connsiteY203" fmla="*/ 1929661 h 2344739"/>
              <a:gd name="connsiteX204" fmla="*/ 720890 w 12193149"/>
              <a:gd name="connsiteY204" fmla="*/ 1928399 h 2344739"/>
              <a:gd name="connsiteX205" fmla="*/ 710023 w 12193149"/>
              <a:gd name="connsiteY205" fmla="*/ 1922722 h 2344739"/>
              <a:gd name="connsiteX206" fmla="*/ 597940 w 12193149"/>
              <a:gd name="connsiteY206" fmla="*/ 1879864 h 2344739"/>
              <a:gd name="connsiteX207" fmla="*/ 579683 w 12193149"/>
              <a:gd name="connsiteY207" fmla="*/ 1877212 h 2344739"/>
              <a:gd name="connsiteX208" fmla="*/ 572865 w 12193149"/>
              <a:gd name="connsiteY208" fmla="*/ 1877401 h 2344739"/>
              <a:gd name="connsiteX209" fmla="*/ 446247 w 12193149"/>
              <a:gd name="connsiteY209" fmla="*/ 1839371 h 2344739"/>
              <a:gd name="connsiteX210" fmla="*/ 405163 w 12193149"/>
              <a:gd name="connsiteY210" fmla="*/ 1833548 h 2344739"/>
              <a:gd name="connsiteX211" fmla="*/ 293583 w 12193149"/>
              <a:gd name="connsiteY211" fmla="*/ 1812852 h 2344739"/>
              <a:gd name="connsiteX212" fmla="*/ 119529 w 12193149"/>
              <a:gd name="connsiteY212" fmla="*/ 1761047 h 2344739"/>
              <a:gd name="connsiteX213" fmla="*/ 16674 w 12193149"/>
              <a:gd name="connsiteY213" fmla="*/ 1758191 h 2344739"/>
              <a:gd name="connsiteX214" fmla="*/ 1150 w 12193149"/>
              <a:gd name="connsiteY214" fmla="*/ 1752722 h 2344739"/>
              <a:gd name="connsiteX215" fmla="*/ 1148 w 12193149"/>
              <a:gd name="connsiteY215" fmla="*/ 222213 h 2344739"/>
              <a:gd name="connsiteX216" fmla="*/ 1148 w 12193149"/>
              <a:gd name="connsiteY216" fmla="*/ 0 h 2344739"/>
              <a:gd name="connsiteX0" fmla="*/ 1148 w 12193149"/>
              <a:gd name="connsiteY0" fmla="*/ 818782 h 3163521"/>
              <a:gd name="connsiteX1" fmla="*/ 12181789 w 12193149"/>
              <a:gd name="connsiteY1" fmla="*/ 0 h 3163521"/>
              <a:gd name="connsiteX2" fmla="*/ 12193149 w 12193149"/>
              <a:gd name="connsiteY2" fmla="*/ 1398521 h 3163521"/>
              <a:gd name="connsiteX3" fmla="*/ 12185986 w 12193149"/>
              <a:gd name="connsiteY3" fmla="*/ 1402971 h 3163521"/>
              <a:gd name="connsiteX4" fmla="*/ 12156363 w 12193149"/>
              <a:gd name="connsiteY4" fmla="*/ 1416148 h 3163521"/>
              <a:gd name="connsiteX5" fmla="*/ 12139215 w 12193149"/>
              <a:gd name="connsiteY5" fmla="*/ 1441961 h 3163521"/>
              <a:gd name="connsiteX6" fmla="*/ 12126327 w 12193149"/>
              <a:gd name="connsiteY6" fmla="*/ 1443472 h 3163521"/>
              <a:gd name="connsiteX7" fmla="*/ 12124007 w 12193149"/>
              <a:gd name="connsiteY7" fmla="*/ 1443576 h 3163521"/>
              <a:gd name="connsiteX8" fmla="*/ 12116854 w 12193149"/>
              <a:gd name="connsiteY8" fmla="*/ 1447390 h 3163521"/>
              <a:gd name="connsiteX9" fmla="*/ 12099497 w 12193149"/>
              <a:gd name="connsiteY9" fmla="*/ 1446921 h 3163521"/>
              <a:gd name="connsiteX10" fmla="*/ 12087073 w 12193149"/>
              <a:gd name="connsiteY10" fmla="*/ 1455123 h 3163521"/>
              <a:gd name="connsiteX11" fmla="*/ 12031073 w 12193149"/>
              <a:gd name="connsiteY11" fmla="*/ 1498791 h 3163521"/>
              <a:gd name="connsiteX12" fmla="*/ 11995833 w 12193149"/>
              <a:gd name="connsiteY12" fmla="*/ 1522240 h 3163521"/>
              <a:gd name="connsiteX13" fmla="*/ 11979717 w 12193149"/>
              <a:gd name="connsiteY13" fmla="*/ 1526943 h 3163521"/>
              <a:gd name="connsiteX14" fmla="*/ 11959046 w 12193149"/>
              <a:gd name="connsiteY14" fmla="*/ 1536340 h 3163521"/>
              <a:gd name="connsiteX15" fmla="*/ 11920454 w 12193149"/>
              <a:gd name="connsiteY15" fmla="*/ 1549665 h 3163521"/>
              <a:gd name="connsiteX16" fmla="*/ 11903656 w 12193149"/>
              <a:gd name="connsiteY16" fmla="*/ 1561208 h 3163521"/>
              <a:gd name="connsiteX17" fmla="*/ 11895048 w 12193149"/>
              <a:gd name="connsiteY17" fmla="*/ 1563573 h 3163521"/>
              <a:gd name="connsiteX18" fmla="*/ 11891968 w 12193149"/>
              <a:gd name="connsiteY18" fmla="*/ 1574511 h 3163521"/>
              <a:gd name="connsiteX19" fmla="*/ 11870776 w 12193149"/>
              <a:gd name="connsiteY19" fmla="*/ 1596598 h 3163521"/>
              <a:gd name="connsiteX20" fmla="*/ 11813376 w 12193149"/>
              <a:gd name="connsiteY20" fmla="*/ 1616441 h 3163521"/>
              <a:gd name="connsiteX21" fmla="*/ 11590693 w 12193149"/>
              <a:gd name="connsiteY21" fmla="*/ 1782559 h 3163521"/>
              <a:gd name="connsiteX22" fmla="*/ 11506817 w 12193149"/>
              <a:gd name="connsiteY22" fmla="*/ 1852405 h 3163521"/>
              <a:gd name="connsiteX23" fmla="*/ 11280332 w 12193149"/>
              <a:gd name="connsiteY23" fmla="*/ 2042353 h 3163521"/>
              <a:gd name="connsiteX24" fmla="*/ 11228309 w 12193149"/>
              <a:gd name="connsiteY24" fmla="*/ 2095018 h 3163521"/>
              <a:gd name="connsiteX25" fmla="*/ 11218087 w 12193149"/>
              <a:gd name="connsiteY25" fmla="*/ 2094743 h 3163521"/>
              <a:gd name="connsiteX26" fmla="*/ 11217184 w 12193149"/>
              <a:gd name="connsiteY26" fmla="*/ 2093800 h 3163521"/>
              <a:gd name="connsiteX27" fmla="*/ 11188885 w 12193149"/>
              <a:gd name="connsiteY27" fmla="*/ 2111165 h 3163521"/>
              <a:gd name="connsiteX28" fmla="*/ 11184501 w 12193149"/>
              <a:gd name="connsiteY28" fmla="*/ 2111307 h 3163521"/>
              <a:gd name="connsiteX29" fmla="*/ 11166854 w 12193149"/>
              <a:gd name="connsiteY29" fmla="*/ 2125394 h 3163521"/>
              <a:gd name="connsiteX30" fmla="*/ 11157311 w 12193149"/>
              <a:gd name="connsiteY30" fmla="*/ 2131196 h 3163521"/>
              <a:gd name="connsiteX31" fmla="*/ 11155496 w 12193149"/>
              <a:gd name="connsiteY31" fmla="*/ 2135879 h 3163521"/>
              <a:gd name="connsiteX32" fmla="*/ 11140961 w 12193149"/>
              <a:gd name="connsiteY32" fmla="*/ 2142897 h 3163521"/>
              <a:gd name="connsiteX33" fmla="*/ 11138961 w 12193149"/>
              <a:gd name="connsiteY33" fmla="*/ 2142554 h 3163521"/>
              <a:gd name="connsiteX34" fmla="*/ 11128208 w 12193149"/>
              <a:gd name="connsiteY34" fmla="*/ 2152614 h 3163521"/>
              <a:gd name="connsiteX35" fmla="*/ 11120691 w 12193149"/>
              <a:gd name="connsiteY35" fmla="*/ 2166206 h 3163521"/>
              <a:gd name="connsiteX36" fmla="*/ 10894683 w 12193149"/>
              <a:gd name="connsiteY36" fmla="*/ 2292181 h 3163521"/>
              <a:gd name="connsiteX37" fmla="*/ 10773300 w 12193149"/>
              <a:gd name="connsiteY37" fmla="*/ 2341973 h 3163521"/>
              <a:gd name="connsiteX38" fmla="*/ 10627668 w 12193149"/>
              <a:gd name="connsiteY38" fmla="*/ 2378011 h 3163521"/>
              <a:gd name="connsiteX39" fmla="*/ 10581895 w 12193149"/>
              <a:gd name="connsiteY39" fmla="*/ 2387471 h 3163521"/>
              <a:gd name="connsiteX40" fmla="*/ 10547790 w 12193149"/>
              <a:gd name="connsiteY40" fmla="*/ 2417205 h 3163521"/>
              <a:gd name="connsiteX41" fmla="*/ 10529643 w 12193149"/>
              <a:gd name="connsiteY41" fmla="*/ 2415689 h 3163521"/>
              <a:gd name="connsiteX42" fmla="*/ 10526446 w 12193149"/>
              <a:gd name="connsiteY42" fmla="*/ 2415193 h 3163521"/>
              <a:gd name="connsiteX43" fmla="*/ 10515129 w 12193149"/>
              <a:gd name="connsiteY43" fmla="*/ 2418319 h 3163521"/>
              <a:gd name="connsiteX44" fmla="*/ 10491735 w 12193149"/>
              <a:gd name="connsiteY44" fmla="*/ 2412938 h 3163521"/>
              <a:gd name="connsiteX45" fmla="*/ 10471418 w 12193149"/>
              <a:gd name="connsiteY45" fmla="*/ 2420475 h 3163521"/>
              <a:gd name="connsiteX46" fmla="*/ 10377042 w 12193149"/>
              <a:gd name="connsiteY46" fmla="*/ 2463380 h 3163521"/>
              <a:gd name="connsiteX47" fmla="*/ 10319338 w 12193149"/>
              <a:gd name="connsiteY47" fmla="*/ 2485003 h 3163521"/>
              <a:gd name="connsiteX48" fmla="*/ 10295467 w 12193149"/>
              <a:gd name="connsiteY48" fmla="*/ 2486861 h 3163521"/>
              <a:gd name="connsiteX49" fmla="*/ 10263443 w 12193149"/>
              <a:gd name="connsiteY49" fmla="*/ 2493730 h 3163521"/>
              <a:gd name="connsiteX50" fmla="*/ 10205418 w 12193149"/>
              <a:gd name="connsiteY50" fmla="*/ 2500931 h 3163521"/>
              <a:gd name="connsiteX51" fmla="*/ 10177759 w 12193149"/>
              <a:gd name="connsiteY51" fmla="*/ 2511725 h 3163521"/>
              <a:gd name="connsiteX52" fmla="*/ 10165070 w 12193149"/>
              <a:gd name="connsiteY52" fmla="*/ 2512521 h 3163521"/>
              <a:gd name="connsiteX53" fmla="*/ 10156308 w 12193149"/>
              <a:gd name="connsiteY53" fmla="*/ 2526269 h 3163521"/>
              <a:gd name="connsiteX54" fmla="*/ 10118267 w 12193149"/>
              <a:gd name="connsiteY54" fmla="*/ 2549924 h 3163521"/>
              <a:gd name="connsiteX55" fmla="*/ 10083317 w 12193149"/>
              <a:gd name="connsiteY55" fmla="*/ 2562078 h 3163521"/>
              <a:gd name="connsiteX56" fmla="*/ 10040388 w 12193149"/>
              <a:gd name="connsiteY56" fmla="*/ 2560414 h 3163521"/>
              <a:gd name="connsiteX57" fmla="*/ 9961167 w 12193149"/>
              <a:gd name="connsiteY57" fmla="*/ 2575929 h 3163521"/>
              <a:gd name="connsiteX58" fmla="*/ 9848940 w 12193149"/>
              <a:gd name="connsiteY58" fmla="*/ 2582697 h 3163521"/>
              <a:gd name="connsiteX59" fmla="*/ 9729457 w 12193149"/>
              <a:gd name="connsiteY59" fmla="*/ 2602904 h 3163521"/>
              <a:gd name="connsiteX60" fmla="*/ 9613704 w 12193149"/>
              <a:gd name="connsiteY60" fmla="*/ 2631153 h 3163521"/>
              <a:gd name="connsiteX61" fmla="*/ 9338590 w 12193149"/>
              <a:gd name="connsiteY61" fmla="*/ 2688075 h 3163521"/>
              <a:gd name="connsiteX62" fmla="*/ 9232518 w 12193149"/>
              <a:gd name="connsiteY62" fmla="*/ 2711931 h 3163521"/>
              <a:gd name="connsiteX63" fmla="*/ 9156690 w 12193149"/>
              <a:gd name="connsiteY63" fmla="*/ 2722010 h 3163521"/>
              <a:gd name="connsiteX64" fmla="*/ 9054601 w 12193149"/>
              <a:gd name="connsiteY64" fmla="*/ 2729537 h 3163521"/>
              <a:gd name="connsiteX65" fmla="*/ 9006634 w 12193149"/>
              <a:gd name="connsiteY65" fmla="*/ 2732822 h 3163521"/>
              <a:gd name="connsiteX66" fmla="*/ 9006349 w 12193149"/>
              <a:gd name="connsiteY66" fmla="*/ 2732582 h 3163521"/>
              <a:gd name="connsiteX67" fmla="*/ 8997380 w 12193149"/>
              <a:gd name="connsiteY67" fmla="*/ 2733793 h 3163521"/>
              <a:gd name="connsiteX68" fmla="*/ 8991542 w 12193149"/>
              <a:gd name="connsiteY68" fmla="*/ 2735854 h 3163521"/>
              <a:gd name="connsiteX69" fmla="*/ 8975485 w 12193149"/>
              <a:gd name="connsiteY69" fmla="*/ 2739080 h 3163521"/>
              <a:gd name="connsiteX70" fmla="*/ 8969159 w 12193149"/>
              <a:gd name="connsiteY70" fmla="*/ 2738380 h 3163521"/>
              <a:gd name="connsiteX71" fmla="*/ 8964196 w 12193149"/>
              <a:gd name="connsiteY71" fmla="*/ 2736155 h 3163521"/>
              <a:gd name="connsiteX72" fmla="*/ 8930136 w 12193149"/>
              <a:gd name="connsiteY72" fmla="*/ 2732967 h 3163521"/>
              <a:gd name="connsiteX73" fmla="*/ 8753592 w 12193149"/>
              <a:gd name="connsiteY73" fmla="*/ 2752199 h 3163521"/>
              <a:gd name="connsiteX74" fmla="*/ 8708995 w 12193149"/>
              <a:gd name="connsiteY74" fmla="*/ 2754300 h 3163521"/>
              <a:gd name="connsiteX75" fmla="*/ 8597219 w 12193149"/>
              <a:gd name="connsiteY75" fmla="*/ 2762872 h 3163521"/>
              <a:gd name="connsiteX76" fmla="*/ 8526378 w 12193149"/>
              <a:gd name="connsiteY76" fmla="*/ 2748030 h 3163521"/>
              <a:gd name="connsiteX77" fmla="*/ 8512131 w 12193149"/>
              <a:gd name="connsiteY77" fmla="*/ 2753945 h 3163521"/>
              <a:gd name="connsiteX78" fmla="*/ 8507315 w 12193149"/>
              <a:gd name="connsiteY78" fmla="*/ 2756946 h 3163521"/>
              <a:gd name="connsiteX79" fmla="*/ 8499116 w 12193149"/>
              <a:gd name="connsiteY79" fmla="*/ 2759684 h 3163521"/>
              <a:gd name="connsiteX80" fmla="*/ 8498742 w 12193149"/>
              <a:gd name="connsiteY80" fmla="*/ 2759505 h 3163521"/>
              <a:gd name="connsiteX81" fmla="*/ 8491397 w 12193149"/>
              <a:gd name="connsiteY81" fmla="*/ 2762555 h 3163521"/>
              <a:gd name="connsiteX82" fmla="*/ 8368330 w 12193149"/>
              <a:gd name="connsiteY82" fmla="*/ 2776597 h 3163521"/>
              <a:gd name="connsiteX83" fmla="*/ 8354947 w 12193149"/>
              <a:gd name="connsiteY83" fmla="*/ 2776791 h 3163521"/>
              <a:gd name="connsiteX84" fmla="*/ 8321252 w 12193149"/>
              <a:gd name="connsiteY84" fmla="*/ 2793369 h 3163521"/>
              <a:gd name="connsiteX85" fmla="*/ 8315581 w 12193149"/>
              <a:gd name="connsiteY85" fmla="*/ 2793695 h 3163521"/>
              <a:gd name="connsiteX86" fmla="*/ 8296322 w 12193149"/>
              <a:gd name="connsiteY86" fmla="*/ 2807590 h 3163521"/>
              <a:gd name="connsiteX87" fmla="*/ 8285424 w 12193149"/>
              <a:gd name="connsiteY87" fmla="*/ 2813413 h 3163521"/>
              <a:gd name="connsiteX88" fmla="*/ 8284298 w 12193149"/>
              <a:gd name="connsiteY88" fmla="*/ 2817856 h 3163521"/>
              <a:gd name="connsiteX89" fmla="*/ 8267224 w 12193149"/>
              <a:gd name="connsiteY89" fmla="*/ 2825031 h 3163521"/>
              <a:gd name="connsiteX90" fmla="*/ 8264525 w 12193149"/>
              <a:gd name="connsiteY90" fmla="*/ 2824801 h 3163521"/>
              <a:gd name="connsiteX91" fmla="*/ 8253181 w 12193149"/>
              <a:gd name="connsiteY91" fmla="*/ 2834644 h 3163521"/>
              <a:gd name="connsiteX92" fmla="*/ 8246982 w 12193149"/>
              <a:gd name="connsiteY92" fmla="*/ 2847636 h 3163521"/>
              <a:gd name="connsiteX93" fmla="*/ 8091420 w 12193149"/>
              <a:gd name="connsiteY93" fmla="*/ 2893797 h 3163521"/>
              <a:gd name="connsiteX94" fmla="*/ 7906555 w 12193149"/>
              <a:gd name="connsiteY94" fmla="*/ 2935770 h 3163521"/>
              <a:gd name="connsiteX95" fmla="*/ 7719893 w 12193149"/>
              <a:gd name="connsiteY95" fmla="*/ 2961485 h 3163521"/>
              <a:gd name="connsiteX96" fmla="*/ 7615495 w 12193149"/>
              <a:gd name="connsiteY96" fmla="*/ 2958014 h 3163521"/>
              <a:gd name="connsiteX97" fmla="*/ 7528691 w 12193149"/>
              <a:gd name="connsiteY97" fmla="*/ 2963842 h 3163521"/>
              <a:gd name="connsiteX98" fmla="*/ 7520719 w 12193149"/>
              <a:gd name="connsiteY98" fmla="*/ 2966395 h 3163521"/>
              <a:gd name="connsiteX99" fmla="*/ 7508559 w 12193149"/>
              <a:gd name="connsiteY99" fmla="*/ 2967730 h 3163521"/>
              <a:gd name="connsiteX100" fmla="*/ 7508188 w 12193149"/>
              <a:gd name="connsiteY100" fmla="*/ 2967403 h 3163521"/>
              <a:gd name="connsiteX101" fmla="*/ 7496943 w 12193149"/>
              <a:gd name="connsiteY101" fmla="*/ 2969355 h 3163521"/>
              <a:gd name="connsiteX102" fmla="*/ 7219707 w 12193149"/>
              <a:gd name="connsiteY102" fmla="*/ 2975462 h 3163521"/>
              <a:gd name="connsiteX103" fmla="*/ 7202249 w 12193149"/>
              <a:gd name="connsiteY103" fmla="*/ 2980012 h 3163521"/>
              <a:gd name="connsiteX104" fmla="*/ 7198152 w 12193149"/>
              <a:gd name="connsiteY104" fmla="*/ 2985370 h 3163521"/>
              <a:gd name="connsiteX105" fmla="*/ 7171956 w 12193149"/>
              <a:gd name="connsiteY105" fmla="*/ 2990018 h 3163521"/>
              <a:gd name="connsiteX106" fmla="*/ 7098136 w 12193149"/>
              <a:gd name="connsiteY106" fmla="*/ 3002246 h 3163521"/>
              <a:gd name="connsiteX107" fmla="*/ 7019644 w 12193149"/>
              <a:gd name="connsiteY107" fmla="*/ 3001872 h 3163521"/>
              <a:gd name="connsiteX108" fmla="*/ 6905294 w 12193149"/>
              <a:gd name="connsiteY108" fmla="*/ 3031378 h 3163521"/>
              <a:gd name="connsiteX109" fmla="*/ 6709370 w 12193149"/>
              <a:gd name="connsiteY109" fmla="*/ 3059333 h 3163521"/>
              <a:gd name="connsiteX110" fmla="*/ 6550602 w 12193149"/>
              <a:gd name="connsiteY110" fmla="*/ 3088109 h 3163521"/>
              <a:gd name="connsiteX111" fmla="*/ 6318708 w 12193149"/>
              <a:gd name="connsiteY111" fmla="*/ 3134909 h 3163521"/>
              <a:gd name="connsiteX112" fmla="*/ 6169822 w 12193149"/>
              <a:gd name="connsiteY112" fmla="*/ 3136996 h 3163521"/>
              <a:gd name="connsiteX113" fmla="*/ 6074996 w 12193149"/>
              <a:gd name="connsiteY113" fmla="*/ 3157458 h 3163521"/>
              <a:gd name="connsiteX114" fmla="*/ 6069677 w 12193149"/>
              <a:gd name="connsiteY114" fmla="*/ 3155921 h 3163521"/>
              <a:gd name="connsiteX115" fmla="*/ 6049786 w 12193149"/>
              <a:gd name="connsiteY115" fmla="*/ 3156604 h 3163521"/>
              <a:gd name="connsiteX116" fmla="*/ 6042433 w 12193149"/>
              <a:gd name="connsiteY116" fmla="*/ 3148255 h 3163521"/>
              <a:gd name="connsiteX117" fmla="*/ 6011238 w 12193149"/>
              <a:gd name="connsiteY117" fmla="*/ 3143162 h 3163521"/>
              <a:gd name="connsiteX118" fmla="*/ 5958523 w 12193149"/>
              <a:gd name="connsiteY118" fmla="*/ 3146806 h 3163521"/>
              <a:gd name="connsiteX119" fmla="*/ 5760067 w 12193149"/>
              <a:gd name="connsiteY119" fmla="*/ 3162498 h 3163521"/>
              <a:gd name="connsiteX120" fmla="*/ 5628108 w 12193149"/>
              <a:gd name="connsiteY120" fmla="*/ 3163521 h 3163521"/>
              <a:gd name="connsiteX121" fmla="*/ 5472054 w 12193149"/>
              <a:gd name="connsiteY121" fmla="*/ 3149501 h 3163521"/>
              <a:gd name="connsiteX122" fmla="*/ 5433909 w 12193149"/>
              <a:gd name="connsiteY122" fmla="*/ 3138248 h 3163521"/>
              <a:gd name="connsiteX123" fmla="*/ 5382817 w 12193149"/>
              <a:gd name="connsiteY123" fmla="*/ 3120546 h 3163521"/>
              <a:gd name="connsiteX124" fmla="*/ 5262912 w 12193149"/>
              <a:gd name="connsiteY124" fmla="*/ 3100129 h 3163521"/>
              <a:gd name="connsiteX125" fmla="*/ 5224109 w 12193149"/>
              <a:gd name="connsiteY125" fmla="*/ 3089005 h 3163521"/>
              <a:gd name="connsiteX126" fmla="*/ 5175808 w 12193149"/>
              <a:gd name="connsiteY126" fmla="*/ 3086015 h 3163521"/>
              <a:gd name="connsiteX127" fmla="*/ 5157702 w 12193149"/>
              <a:gd name="connsiteY127" fmla="*/ 3078792 h 3163521"/>
              <a:gd name="connsiteX128" fmla="*/ 5143747 w 12193149"/>
              <a:gd name="connsiteY128" fmla="*/ 3075392 h 3163521"/>
              <a:gd name="connsiteX129" fmla="*/ 5140744 w 12193149"/>
              <a:gd name="connsiteY129" fmla="*/ 3073291 h 3163521"/>
              <a:gd name="connsiteX130" fmla="*/ 5122807 w 12193149"/>
              <a:gd name="connsiteY130" fmla="*/ 3062438 h 3163521"/>
              <a:gd name="connsiteX131" fmla="*/ 5066938 w 12193149"/>
              <a:gd name="connsiteY131" fmla="*/ 3069009 h 3163521"/>
              <a:gd name="connsiteX132" fmla="*/ 5012662 w 12193149"/>
              <a:gd name="connsiteY132" fmla="*/ 3052628 h 3163521"/>
              <a:gd name="connsiteX133" fmla="*/ 4841589 w 12193149"/>
              <a:gd name="connsiteY133" fmla="*/ 3028611 h 3163521"/>
              <a:gd name="connsiteX134" fmla="*/ 4763595 w 12193149"/>
              <a:gd name="connsiteY134" fmla="*/ 3000843 h 3163521"/>
              <a:gd name="connsiteX135" fmla="*/ 4724334 w 12193149"/>
              <a:gd name="connsiteY135" fmla="*/ 2991829 h 3163521"/>
              <a:gd name="connsiteX136" fmla="*/ 4722324 w 12193149"/>
              <a:gd name="connsiteY136" fmla="*/ 2991080 h 3163521"/>
              <a:gd name="connsiteX137" fmla="*/ 4723259 w 12193149"/>
              <a:gd name="connsiteY137" fmla="*/ 2990869 h 3163521"/>
              <a:gd name="connsiteX138" fmla="*/ 4718350 w 12193149"/>
              <a:gd name="connsiteY138" fmla="*/ 2989599 h 3163521"/>
              <a:gd name="connsiteX139" fmla="*/ 4722324 w 12193149"/>
              <a:gd name="connsiteY139" fmla="*/ 2991080 h 3163521"/>
              <a:gd name="connsiteX140" fmla="*/ 4716674 w 12193149"/>
              <a:gd name="connsiteY140" fmla="*/ 2992355 h 3163521"/>
              <a:gd name="connsiteX141" fmla="*/ 4516962 w 12193149"/>
              <a:gd name="connsiteY141" fmla="*/ 2982453 h 3163521"/>
              <a:gd name="connsiteX142" fmla="*/ 4429691 w 12193149"/>
              <a:gd name="connsiteY142" fmla="*/ 2971802 h 3163521"/>
              <a:gd name="connsiteX143" fmla="*/ 4364023 w 12193149"/>
              <a:gd name="connsiteY143" fmla="*/ 2970456 h 3163521"/>
              <a:gd name="connsiteX144" fmla="*/ 4318114 w 12193149"/>
              <a:gd name="connsiteY144" fmla="*/ 2977071 h 3163521"/>
              <a:gd name="connsiteX145" fmla="*/ 4316258 w 12193149"/>
              <a:gd name="connsiteY145" fmla="*/ 2975730 h 3163521"/>
              <a:gd name="connsiteX146" fmla="*/ 4296292 w 12193149"/>
              <a:gd name="connsiteY146" fmla="*/ 2973851 h 3163521"/>
              <a:gd name="connsiteX147" fmla="*/ 4291212 w 12193149"/>
              <a:gd name="connsiteY147" fmla="*/ 2976768 h 3163521"/>
              <a:gd name="connsiteX148" fmla="*/ 4277290 w 12193149"/>
              <a:gd name="connsiteY148" fmla="*/ 2976522 h 3163521"/>
              <a:gd name="connsiteX149" fmla="*/ 4249265 w 12193149"/>
              <a:gd name="connsiteY149" fmla="*/ 2978846 h 3163521"/>
              <a:gd name="connsiteX150" fmla="*/ 4203199 w 12193149"/>
              <a:gd name="connsiteY150" fmla="*/ 2976051 h 3163521"/>
              <a:gd name="connsiteX151" fmla="*/ 4202893 w 12193149"/>
              <a:gd name="connsiteY151" fmla="*/ 2974792 h 3163521"/>
              <a:gd name="connsiteX152" fmla="*/ 4192396 w 12193149"/>
              <a:gd name="connsiteY152" fmla="*/ 2969158 h 3163521"/>
              <a:gd name="connsiteX153" fmla="*/ 4143893 w 12193149"/>
              <a:gd name="connsiteY153" fmla="*/ 2953293 h 3163521"/>
              <a:gd name="connsiteX154" fmla="*/ 4084245 w 12193149"/>
              <a:gd name="connsiteY154" fmla="*/ 2926760 h 3163521"/>
              <a:gd name="connsiteX155" fmla="*/ 4075694 w 12193149"/>
              <a:gd name="connsiteY155" fmla="*/ 2925925 h 3163521"/>
              <a:gd name="connsiteX156" fmla="*/ 4075575 w 12193149"/>
              <a:gd name="connsiteY156" fmla="*/ 2925626 h 3163521"/>
              <a:gd name="connsiteX157" fmla="*/ 4066658 w 12193149"/>
              <a:gd name="connsiteY157" fmla="*/ 2924182 h 3163521"/>
              <a:gd name="connsiteX158" fmla="*/ 4060102 w 12193149"/>
              <a:gd name="connsiteY158" fmla="*/ 2924400 h 3163521"/>
              <a:gd name="connsiteX159" fmla="*/ 4043512 w 12193149"/>
              <a:gd name="connsiteY159" fmla="*/ 2922779 h 3163521"/>
              <a:gd name="connsiteX160" fmla="*/ 4038145 w 12193149"/>
              <a:gd name="connsiteY160" fmla="*/ 2920345 h 3163521"/>
              <a:gd name="connsiteX161" fmla="*/ 4036511 w 12193149"/>
              <a:gd name="connsiteY161" fmla="*/ 2916678 h 3163521"/>
              <a:gd name="connsiteX162" fmla="*/ 4034926 w 12193149"/>
              <a:gd name="connsiteY162" fmla="*/ 2916913 h 3163521"/>
              <a:gd name="connsiteX163" fmla="*/ 4005686 w 12193149"/>
              <a:gd name="connsiteY163" fmla="*/ 2904345 h 3163521"/>
              <a:gd name="connsiteX164" fmla="*/ 3937994 w 12193149"/>
              <a:gd name="connsiteY164" fmla="*/ 2886888 h 3163521"/>
              <a:gd name="connsiteX165" fmla="*/ 3898423 w 12193149"/>
              <a:gd name="connsiteY165" fmla="*/ 2881233 h 3163521"/>
              <a:gd name="connsiteX166" fmla="*/ 3790908 w 12193149"/>
              <a:gd name="connsiteY166" fmla="*/ 2860995 h 3163521"/>
              <a:gd name="connsiteX167" fmla="*/ 3683661 w 12193149"/>
              <a:gd name="connsiteY167" fmla="*/ 2837072 h 3163521"/>
              <a:gd name="connsiteX168" fmla="*/ 3611183 w 12193149"/>
              <a:gd name="connsiteY168" fmla="*/ 2804801 h 3163521"/>
              <a:gd name="connsiteX169" fmla="*/ 3605003 w 12193149"/>
              <a:gd name="connsiteY169" fmla="*/ 2806163 h 3163521"/>
              <a:gd name="connsiteX170" fmla="*/ 3595884 w 12193149"/>
              <a:gd name="connsiteY170" fmla="*/ 2806327 h 3163521"/>
              <a:gd name="connsiteX171" fmla="*/ 3595649 w 12193149"/>
              <a:gd name="connsiteY171" fmla="*/ 2806058 h 3163521"/>
              <a:gd name="connsiteX172" fmla="*/ 3587126 w 12193149"/>
              <a:gd name="connsiteY172" fmla="*/ 2806748 h 3163521"/>
              <a:gd name="connsiteX173" fmla="*/ 3537283 w 12193149"/>
              <a:gd name="connsiteY173" fmla="*/ 2797049 h 3163521"/>
              <a:gd name="connsiteX174" fmla="*/ 3474371 w 12193149"/>
              <a:gd name="connsiteY174" fmla="*/ 2793388 h 3163521"/>
              <a:gd name="connsiteX175" fmla="*/ 3401876 w 12193149"/>
              <a:gd name="connsiteY175" fmla="*/ 2781340 h 3163521"/>
              <a:gd name="connsiteX176" fmla="*/ 3365036 w 12193149"/>
              <a:gd name="connsiteY176" fmla="*/ 2798292 h 3163521"/>
              <a:gd name="connsiteX177" fmla="*/ 3345174 w 12193149"/>
              <a:gd name="connsiteY177" fmla="*/ 2799974 h 3163521"/>
              <a:gd name="connsiteX178" fmla="*/ 3342846 w 12193149"/>
              <a:gd name="connsiteY178" fmla="*/ 2798999 h 3163521"/>
              <a:gd name="connsiteX179" fmla="*/ 3263504 w 12193149"/>
              <a:gd name="connsiteY179" fmla="*/ 2804876 h 3163521"/>
              <a:gd name="connsiteX180" fmla="*/ 3143704 w 12193149"/>
              <a:gd name="connsiteY180" fmla="*/ 2812651 h 3163521"/>
              <a:gd name="connsiteX181" fmla="*/ 3031439 w 12193149"/>
              <a:gd name="connsiteY181" fmla="*/ 2815294 h 3163521"/>
              <a:gd name="connsiteX182" fmla="*/ 2782717 w 12193149"/>
              <a:gd name="connsiteY182" fmla="*/ 2837115 h 3163521"/>
              <a:gd name="connsiteX183" fmla="*/ 2647675 w 12193149"/>
              <a:gd name="connsiteY183" fmla="*/ 2847651 h 3163521"/>
              <a:gd name="connsiteX184" fmla="*/ 2569176 w 12193149"/>
              <a:gd name="connsiteY184" fmla="*/ 2821410 h 3163521"/>
              <a:gd name="connsiteX185" fmla="*/ 2444403 w 12193149"/>
              <a:gd name="connsiteY185" fmla="*/ 2835311 h 3163521"/>
              <a:gd name="connsiteX186" fmla="*/ 2316260 w 12193149"/>
              <a:gd name="connsiteY186" fmla="*/ 2843778 h 3163521"/>
              <a:gd name="connsiteX187" fmla="*/ 2209726 w 12193149"/>
              <a:gd name="connsiteY187" fmla="*/ 2838545 h 3163521"/>
              <a:gd name="connsiteX188" fmla="*/ 2095813 w 12193149"/>
              <a:gd name="connsiteY188" fmla="*/ 2821834 h 3163521"/>
              <a:gd name="connsiteX189" fmla="*/ 1998504 w 12193149"/>
              <a:gd name="connsiteY189" fmla="*/ 2813814 h 3163521"/>
              <a:gd name="connsiteX190" fmla="*/ 1929320 w 12193149"/>
              <a:gd name="connsiteY190" fmla="*/ 2835759 h 3163521"/>
              <a:gd name="connsiteX191" fmla="*/ 1922798 w 12193149"/>
              <a:gd name="connsiteY191" fmla="*/ 2830928 h 3163521"/>
              <a:gd name="connsiteX192" fmla="*/ 1874228 w 12193149"/>
              <a:gd name="connsiteY192" fmla="*/ 2832523 h 3163521"/>
              <a:gd name="connsiteX193" fmla="*/ 1787803 w 12193149"/>
              <a:gd name="connsiteY193" fmla="*/ 2860145 h 3163521"/>
              <a:gd name="connsiteX194" fmla="*/ 1739352 w 12193149"/>
              <a:gd name="connsiteY194" fmla="*/ 2855094 h 3163521"/>
              <a:gd name="connsiteX195" fmla="*/ 1676219 w 12193149"/>
              <a:gd name="connsiteY195" fmla="*/ 2838745 h 3163521"/>
              <a:gd name="connsiteX196" fmla="*/ 1609817 w 12193149"/>
              <a:gd name="connsiteY196" fmla="*/ 2831848 h 3163521"/>
              <a:gd name="connsiteX197" fmla="*/ 1497258 w 12193149"/>
              <a:gd name="connsiteY197" fmla="*/ 2806258 h 3163521"/>
              <a:gd name="connsiteX198" fmla="*/ 1151127 w 12193149"/>
              <a:gd name="connsiteY198" fmla="*/ 2756823 h 3163521"/>
              <a:gd name="connsiteX199" fmla="*/ 859417 w 12193149"/>
              <a:gd name="connsiteY199" fmla="*/ 2747390 h 3163521"/>
              <a:gd name="connsiteX200" fmla="*/ 838688 w 12193149"/>
              <a:gd name="connsiteY200" fmla="*/ 2748603 h 3163521"/>
              <a:gd name="connsiteX201" fmla="*/ 817957 w 12193149"/>
              <a:gd name="connsiteY201" fmla="*/ 2746639 h 3163521"/>
              <a:gd name="connsiteX202" fmla="*/ 812654 w 12193149"/>
              <a:gd name="connsiteY202" fmla="*/ 2749533 h 3163521"/>
              <a:gd name="connsiteX203" fmla="*/ 721195 w 12193149"/>
              <a:gd name="connsiteY203" fmla="*/ 2748443 h 3163521"/>
              <a:gd name="connsiteX204" fmla="*/ 720890 w 12193149"/>
              <a:gd name="connsiteY204" fmla="*/ 2747181 h 3163521"/>
              <a:gd name="connsiteX205" fmla="*/ 710023 w 12193149"/>
              <a:gd name="connsiteY205" fmla="*/ 2741504 h 3163521"/>
              <a:gd name="connsiteX206" fmla="*/ 597940 w 12193149"/>
              <a:gd name="connsiteY206" fmla="*/ 2698646 h 3163521"/>
              <a:gd name="connsiteX207" fmla="*/ 579683 w 12193149"/>
              <a:gd name="connsiteY207" fmla="*/ 2695994 h 3163521"/>
              <a:gd name="connsiteX208" fmla="*/ 572865 w 12193149"/>
              <a:gd name="connsiteY208" fmla="*/ 2696183 h 3163521"/>
              <a:gd name="connsiteX209" fmla="*/ 446247 w 12193149"/>
              <a:gd name="connsiteY209" fmla="*/ 2658153 h 3163521"/>
              <a:gd name="connsiteX210" fmla="*/ 405163 w 12193149"/>
              <a:gd name="connsiteY210" fmla="*/ 2652330 h 3163521"/>
              <a:gd name="connsiteX211" fmla="*/ 293583 w 12193149"/>
              <a:gd name="connsiteY211" fmla="*/ 2631634 h 3163521"/>
              <a:gd name="connsiteX212" fmla="*/ 119529 w 12193149"/>
              <a:gd name="connsiteY212" fmla="*/ 2579829 h 3163521"/>
              <a:gd name="connsiteX213" fmla="*/ 16674 w 12193149"/>
              <a:gd name="connsiteY213" fmla="*/ 2576973 h 3163521"/>
              <a:gd name="connsiteX214" fmla="*/ 1150 w 12193149"/>
              <a:gd name="connsiteY214" fmla="*/ 2571504 h 3163521"/>
              <a:gd name="connsiteX215" fmla="*/ 1148 w 12193149"/>
              <a:gd name="connsiteY215" fmla="*/ 1040995 h 3163521"/>
              <a:gd name="connsiteX216" fmla="*/ 1148 w 12193149"/>
              <a:gd name="connsiteY216" fmla="*/ 818782 h 3163521"/>
              <a:gd name="connsiteX0" fmla="*/ 1148 w 12193149"/>
              <a:gd name="connsiteY0" fmla="*/ 0 h 3171710"/>
              <a:gd name="connsiteX1" fmla="*/ 12181789 w 12193149"/>
              <a:gd name="connsiteY1" fmla="*/ 8189 h 3171710"/>
              <a:gd name="connsiteX2" fmla="*/ 12193149 w 12193149"/>
              <a:gd name="connsiteY2" fmla="*/ 1406710 h 3171710"/>
              <a:gd name="connsiteX3" fmla="*/ 12185986 w 12193149"/>
              <a:gd name="connsiteY3" fmla="*/ 1411160 h 3171710"/>
              <a:gd name="connsiteX4" fmla="*/ 12156363 w 12193149"/>
              <a:gd name="connsiteY4" fmla="*/ 1424337 h 3171710"/>
              <a:gd name="connsiteX5" fmla="*/ 12139215 w 12193149"/>
              <a:gd name="connsiteY5" fmla="*/ 1450150 h 3171710"/>
              <a:gd name="connsiteX6" fmla="*/ 12126327 w 12193149"/>
              <a:gd name="connsiteY6" fmla="*/ 1451661 h 3171710"/>
              <a:gd name="connsiteX7" fmla="*/ 12124007 w 12193149"/>
              <a:gd name="connsiteY7" fmla="*/ 1451765 h 3171710"/>
              <a:gd name="connsiteX8" fmla="*/ 12116854 w 12193149"/>
              <a:gd name="connsiteY8" fmla="*/ 1455579 h 3171710"/>
              <a:gd name="connsiteX9" fmla="*/ 12099497 w 12193149"/>
              <a:gd name="connsiteY9" fmla="*/ 1455110 h 3171710"/>
              <a:gd name="connsiteX10" fmla="*/ 12087073 w 12193149"/>
              <a:gd name="connsiteY10" fmla="*/ 1463312 h 3171710"/>
              <a:gd name="connsiteX11" fmla="*/ 12031073 w 12193149"/>
              <a:gd name="connsiteY11" fmla="*/ 1506980 h 3171710"/>
              <a:gd name="connsiteX12" fmla="*/ 11995833 w 12193149"/>
              <a:gd name="connsiteY12" fmla="*/ 1530429 h 3171710"/>
              <a:gd name="connsiteX13" fmla="*/ 11979717 w 12193149"/>
              <a:gd name="connsiteY13" fmla="*/ 1535132 h 3171710"/>
              <a:gd name="connsiteX14" fmla="*/ 11959046 w 12193149"/>
              <a:gd name="connsiteY14" fmla="*/ 1544529 h 3171710"/>
              <a:gd name="connsiteX15" fmla="*/ 11920454 w 12193149"/>
              <a:gd name="connsiteY15" fmla="*/ 1557854 h 3171710"/>
              <a:gd name="connsiteX16" fmla="*/ 11903656 w 12193149"/>
              <a:gd name="connsiteY16" fmla="*/ 1569397 h 3171710"/>
              <a:gd name="connsiteX17" fmla="*/ 11895048 w 12193149"/>
              <a:gd name="connsiteY17" fmla="*/ 1571762 h 3171710"/>
              <a:gd name="connsiteX18" fmla="*/ 11891968 w 12193149"/>
              <a:gd name="connsiteY18" fmla="*/ 1582700 h 3171710"/>
              <a:gd name="connsiteX19" fmla="*/ 11870776 w 12193149"/>
              <a:gd name="connsiteY19" fmla="*/ 1604787 h 3171710"/>
              <a:gd name="connsiteX20" fmla="*/ 11813376 w 12193149"/>
              <a:gd name="connsiteY20" fmla="*/ 1624630 h 3171710"/>
              <a:gd name="connsiteX21" fmla="*/ 11590693 w 12193149"/>
              <a:gd name="connsiteY21" fmla="*/ 1790748 h 3171710"/>
              <a:gd name="connsiteX22" fmla="*/ 11506817 w 12193149"/>
              <a:gd name="connsiteY22" fmla="*/ 1860594 h 3171710"/>
              <a:gd name="connsiteX23" fmla="*/ 11280332 w 12193149"/>
              <a:gd name="connsiteY23" fmla="*/ 2050542 h 3171710"/>
              <a:gd name="connsiteX24" fmla="*/ 11228309 w 12193149"/>
              <a:gd name="connsiteY24" fmla="*/ 2103207 h 3171710"/>
              <a:gd name="connsiteX25" fmla="*/ 11218087 w 12193149"/>
              <a:gd name="connsiteY25" fmla="*/ 2102932 h 3171710"/>
              <a:gd name="connsiteX26" fmla="*/ 11217184 w 12193149"/>
              <a:gd name="connsiteY26" fmla="*/ 2101989 h 3171710"/>
              <a:gd name="connsiteX27" fmla="*/ 11188885 w 12193149"/>
              <a:gd name="connsiteY27" fmla="*/ 2119354 h 3171710"/>
              <a:gd name="connsiteX28" fmla="*/ 11184501 w 12193149"/>
              <a:gd name="connsiteY28" fmla="*/ 2119496 h 3171710"/>
              <a:gd name="connsiteX29" fmla="*/ 11166854 w 12193149"/>
              <a:gd name="connsiteY29" fmla="*/ 2133583 h 3171710"/>
              <a:gd name="connsiteX30" fmla="*/ 11157311 w 12193149"/>
              <a:gd name="connsiteY30" fmla="*/ 2139385 h 3171710"/>
              <a:gd name="connsiteX31" fmla="*/ 11155496 w 12193149"/>
              <a:gd name="connsiteY31" fmla="*/ 2144068 h 3171710"/>
              <a:gd name="connsiteX32" fmla="*/ 11140961 w 12193149"/>
              <a:gd name="connsiteY32" fmla="*/ 2151086 h 3171710"/>
              <a:gd name="connsiteX33" fmla="*/ 11138961 w 12193149"/>
              <a:gd name="connsiteY33" fmla="*/ 2150743 h 3171710"/>
              <a:gd name="connsiteX34" fmla="*/ 11128208 w 12193149"/>
              <a:gd name="connsiteY34" fmla="*/ 2160803 h 3171710"/>
              <a:gd name="connsiteX35" fmla="*/ 11120691 w 12193149"/>
              <a:gd name="connsiteY35" fmla="*/ 2174395 h 3171710"/>
              <a:gd name="connsiteX36" fmla="*/ 10894683 w 12193149"/>
              <a:gd name="connsiteY36" fmla="*/ 2300370 h 3171710"/>
              <a:gd name="connsiteX37" fmla="*/ 10773300 w 12193149"/>
              <a:gd name="connsiteY37" fmla="*/ 2350162 h 3171710"/>
              <a:gd name="connsiteX38" fmla="*/ 10627668 w 12193149"/>
              <a:gd name="connsiteY38" fmla="*/ 2386200 h 3171710"/>
              <a:gd name="connsiteX39" fmla="*/ 10581895 w 12193149"/>
              <a:gd name="connsiteY39" fmla="*/ 2395660 h 3171710"/>
              <a:gd name="connsiteX40" fmla="*/ 10547790 w 12193149"/>
              <a:gd name="connsiteY40" fmla="*/ 2425394 h 3171710"/>
              <a:gd name="connsiteX41" fmla="*/ 10529643 w 12193149"/>
              <a:gd name="connsiteY41" fmla="*/ 2423878 h 3171710"/>
              <a:gd name="connsiteX42" fmla="*/ 10526446 w 12193149"/>
              <a:gd name="connsiteY42" fmla="*/ 2423382 h 3171710"/>
              <a:gd name="connsiteX43" fmla="*/ 10515129 w 12193149"/>
              <a:gd name="connsiteY43" fmla="*/ 2426508 h 3171710"/>
              <a:gd name="connsiteX44" fmla="*/ 10491735 w 12193149"/>
              <a:gd name="connsiteY44" fmla="*/ 2421127 h 3171710"/>
              <a:gd name="connsiteX45" fmla="*/ 10471418 w 12193149"/>
              <a:gd name="connsiteY45" fmla="*/ 2428664 h 3171710"/>
              <a:gd name="connsiteX46" fmla="*/ 10377042 w 12193149"/>
              <a:gd name="connsiteY46" fmla="*/ 2471569 h 3171710"/>
              <a:gd name="connsiteX47" fmla="*/ 10319338 w 12193149"/>
              <a:gd name="connsiteY47" fmla="*/ 2493192 h 3171710"/>
              <a:gd name="connsiteX48" fmla="*/ 10295467 w 12193149"/>
              <a:gd name="connsiteY48" fmla="*/ 2495050 h 3171710"/>
              <a:gd name="connsiteX49" fmla="*/ 10263443 w 12193149"/>
              <a:gd name="connsiteY49" fmla="*/ 2501919 h 3171710"/>
              <a:gd name="connsiteX50" fmla="*/ 10205418 w 12193149"/>
              <a:gd name="connsiteY50" fmla="*/ 2509120 h 3171710"/>
              <a:gd name="connsiteX51" fmla="*/ 10177759 w 12193149"/>
              <a:gd name="connsiteY51" fmla="*/ 2519914 h 3171710"/>
              <a:gd name="connsiteX52" fmla="*/ 10165070 w 12193149"/>
              <a:gd name="connsiteY52" fmla="*/ 2520710 h 3171710"/>
              <a:gd name="connsiteX53" fmla="*/ 10156308 w 12193149"/>
              <a:gd name="connsiteY53" fmla="*/ 2534458 h 3171710"/>
              <a:gd name="connsiteX54" fmla="*/ 10118267 w 12193149"/>
              <a:gd name="connsiteY54" fmla="*/ 2558113 h 3171710"/>
              <a:gd name="connsiteX55" fmla="*/ 10083317 w 12193149"/>
              <a:gd name="connsiteY55" fmla="*/ 2570267 h 3171710"/>
              <a:gd name="connsiteX56" fmla="*/ 10040388 w 12193149"/>
              <a:gd name="connsiteY56" fmla="*/ 2568603 h 3171710"/>
              <a:gd name="connsiteX57" fmla="*/ 9961167 w 12193149"/>
              <a:gd name="connsiteY57" fmla="*/ 2584118 h 3171710"/>
              <a:gd name="connsiteX58" fmla="*/ 9848940 w 12193149"/>
              <a:gd name="connsiteY58" fmla="*/ 2590886 h 3171710"/>
              <a:gd name="connsiteX59" fmla="*/ 9729457 w 12193149"/>
              <a:gd name="connsiteY59" fmla="*/ 2611093 h 3171710"/>
              <a:gd name="connsiteX60" fmla="*/ 9613704 w 12193149"/>
              <a:gd name="connsiteY60" fmla="*/ 2639342 h 3171710"/>
              <a:gd name="connsiteX61" fmla="*/ 9338590 w 12193149"/>
              <a:gd name="connsiteY61" fmla="*/ 2696264 h 3171710"/>
              <a:gd name="connsiteX62" fmla="*/ 9232518 w 12193149"/>
              <a:gd name="connsiteY62" fmla="*/ 2720120 h 3171710"/>
              <a:gd name="connsiteX63" fmla="*/ 9156690 w 12193149"/>
              <a:gd name="connsiteY63" fmla="*/ 2730199 h 3171710"/>
              <a:gd name="connsiteX64" fmla="*/ 9054601 w 12193149"/>
              <a:gd name="connsiteY64" fmla="*/ 2737726 h 3171710"/>
              <a:gd name="connsiteX65" fmla="*/ 9006634 w 12193149"/>
              <a:gd name="connsiteY65" fmla="*/ 2741011 h 3171710"/>
              <a:gd name="connsiteX66" fmla="*/ 9006349 w 12193149"/>
              <a:gd name="connsiteY66" fmla="*/ 2740771 h 3171710"/>
              <a:gd name="connsiteX67" fmla="*/ 8997380 w 12193149"/>
              <a:gd name="connsiteY67" fmla="*/ 2741982 h 3171710"/>
              <a:gd name="connsiteX68" fmla="*/ 8991542 w 12193149"/>
              <a:gd name="connsiteY68" fmla="*/ 2744043 h 3171710"/>
              <a:gd name="connsiteX69" fmla="*/ 8975485 w 12193149"/>
              <a:gd name="connsiteY69" fmla="*/ 2747269 h 3171710"/>
              <a:gd name="connsiteX70" fmla="*/ 8969159 w 12193149"/>
              <a:gd name="connsiteY70" fmla="*/ 2746569 h 3171710"/>
              <a:gd name="connsiteX71" fmla="*/ 8964196 w 12193149"/>
              <a:gd name="connsiteY71" fmla="*/ 2744344 h 3171710"/>
              <a:gd name="connsiteX72" fmla="*/ 8930136 w 12193149"/>
              <a:gd name="connsiteY72" fmla="*/ 2741156 h 3171710"/>
              <a:gd name="connsiteX73" fmla="*/ 8753592 w 12193149"/>
              <a:gd name="connsiteY73" fmla="*/ 2760388 h 3171710"/>
              <a:gd name="connsiteX74" fmla="*/ 8708995 w 12193149"/>
              <a:gd name="connsiteY74" fmla="*/ 2762489 h 3171710"/>
              <a:gd name="connsiteX75" fmla="*/ 8597219 w 12193149"/>
              <a:gd name="connsiteY75" fmla="*/ 2771061 h 3171710"/>
              <a:gd name="connsiteX76" fmla="*/ 8526378 w 12193149"/>
              <a:gd name="connsiteY76" fmla="*/ 2756219 h 3171710"/>
              <a:gd name="connsiteX77" fmla="*/ 8512131 w 12193149"/>
              <a:gd name="connsiteY77" fmla="*/ 2762134 h 3171710"/>
              <a:gd name="connsiteX78" fmla="*/ 8507315 w 12193149"/>
              <a:gd name="connsiteY78" fmla="*/ 2765135 h 3171710"/>
              <a:gd name="connsiteX79" fmla="*/ 8499116 w 12193149"/>
              <a:gd name="connsiteY79" fmla="*/ 2767873 h 3171710"/>
              <a:gd name="connsiteX80" fmla="*/ 8498742 w 12193149"/>
              <a:gd name="connsiteY80" fmla="*/ 2767694 h 3171710"/>
              <a:gd name="connsiteX81" fmla="*/ 8491397 w 12193149"/>
              <a:gd name="connsiteY81" fmla="*/ 2770744 h 3171710"/>
              <a:gd name="connsiteX82" fmla="*/ 8368330 w 12193149"/>
              <a:gd name="connsiteY82" fmla="*/ 2784786 h 3171710"/>
              <a:gd name="connsiteX83" fmla="*/ 8354947 w 12193149"/>
              <a:gd name="connsiteY83" fmla="*/ 2784980 h 3171710"/>
              <a:gd name="connsiteX84" fmla="*/ 8321252 w 12193149"/>
              <a:gd name="connsiteY84" fmla="*/ 2801558 h 3171710"/>
              <a:gd name="connsiteX85" fmla="*/ 8315581 w 12193149"/>
              <a:gd name="connsiteY85" fmla="*/ 2801884 h 3171710"/>
              <a:gd name="connsiteX86" fmla="*/ 8296322 w 12193149"/>
              <a:gd name="connsiteY86" fmla="*/ 2815779 h 3171710"/>
              <a:gd name="connsiteX87" fmla="*/ 8285424 w 12193149"/>
              <a:gd name="connsiteY87" fmla="*/ 2821602 h 3171710"/>
              <a:gd name="connsiteX88" fmla="*/ 8284298 w 12193149"/>
              <a:gd name="connsiteY88" fmla="*/ 2826045 h 3171710"/>
              <a:gd name="connsiteX89" fmla="*/ 8267224 w 12193149"/>
              <a:gd name="connsiteY89" fmla="*/ 2833220 h 3171710"/>
              <a:gd name="connsiteX90" fmla="*/ 8264525 w 12193149"/>
              <a:gd name="connsiteY90" fmla="*/ 2832990 h 3171710"/>
              <a:gd name="connsiteX91" fmla="*/ 8253181 w 12193149"/>
              <a:gd name="connsiteY91" fmla="*/ 2842833 h 3171710"/>
              <a:gd name="connsiteX92" fmla="*/ 8246982 w 12193149"/>
              <a:gd name="connsiteY92" fmla="*/ 2855825 h 3171710"/>
              <a:gd name="connsiteX93" fmla="*/ 8091420 w 12193149"/>
              <a:gd name="connsiteY93" fmla="*/ 2901986 h 3171710"/>
              <a:gd name="connsiteX94" fmla="*/ 7906555 w 12193149"/>
              <a:gd name="connsiteY94" fmla="*/ 2943959 h 3171710"/>
              <a:gd name="connsiteX95" fmla="*/ 7719893 w 12193149"/>
              <a:gd name="connsiteY95" fmla="*/ 2969674 h 3171710"/>
              <a:gd name="connsiteX96" fmla="*/ 7615495 w 12193149"/>
              <a:gd name="connsiteY96" fmla="*/ 2966203 h 3171710"/>
              <a:gd name="connsiteX97" fmla="*/ 7528691 w 12193149"/>
              <a:gd name="connsiteY97" fmla="*/ 2972031 h 3171710"/>
              <a:gd name="connsiteX98" fmla="*/ 7520719 w 12193149"/>
              <a:gd name="connsiteY98" fmla="*/ 2974584 h 3171710"/>
              <a:gd name="connsiteX99" fmla="*/ 7508559 w 12193149"/>
              <a:gd name="connsiteY99" fmla="*/ 2975919 h 3171710"/>
              <a:gd name="connsiteX100" fmla="*/ 7508188 w 12193149"/>
              <a:gd name="connsiteY100" fmla="*/ 2975592 h 3171710"/>
              <a:gd name="connsiteX101" fmla="*/ 7496943 w 12193149"/>
              <a:gd name="connsiteY101" fmla="*/ 2977544 h 3171710"/>
              <a:gd name="connsiteX102" fmla="*/ 7219707 w 12193149"/>
              <a:gd name="connsiteY102" fmla="*/ 2983651 h 3171710"/>
              <a:gd name="connsiteX103" fmla="*/ 7202249 w 12193149"/>
              <a:gd name="connsiteY103" fmla="*/ 2988201 h 3171710"/>
              <a:gd name="connsiteX104" fmla="*/ 7198152 w 12193149"/>
              <a:gd name="connsiteY104" fmla="*/ 2993559 h 3171710"/>
              <a:gd name="connsiteX105" fmla="*/ 7171956 w 12193149"/>
              <a:gd name="connsiteY105" fmla="*/ 2998207 h 3171710"/>
              <a:gd name="connsiteX106" fmla="*/ 7098136 w 12193149"/>
              <a:gd name="connsiteY106" fmla="*/ 3010435 h 3171710"/>
              <a:gd name="connsiteX107" fmla="*/ 7019644 w 12193149"/>
              <a:gd name="connsiteY107" fmla="*/ 3010061 h 3171710"/>
              <a:gd name="connsiteX108" fmla="*/ 6905294 w 12193149"/>
              <a:gd name="connsiteY108" fmla="*/ 3039567 h 3171710"/>
              <a:gd name="connsiteX109" fmla="*/ 6709370 w 12193149"/>
              <a:gd name="connsiteY109" fmla="*/ 3067522 h 3171710"/>
              <a:gd name="connsiteX110" fmla="*/ 6550602 w 12193149"/>
              <a:gd name="connsiteY110" fmla="*/ 3096298 h 3171710"/>
              <a:gd name="connsiteX111" fmla="*/ 6318708 w 12193149"/>
              <a:gd name="connsiteY111" fmla="*/ 3143098 h 3171710"/>
              <a:gd name="connsiteX112" fmla="*/ 6169822 w 12193149"/>
              <a:gd name="connsiteY112" fmla="*/ 3145185 h 3171710"/>
              <a:gd name="connsiteX113" fmla="*/ 6074996 w 12193149"/>
              <a:gd name="connsiteY113" fmla="*/ 3165647 h 3171710"/>
              <a:gd name="connsiteX114" fmla="*/ 6069677 w 12193149"/>
              <a:gd name="connsiteY114" fmla="*/ 3164110 h 3171710"/>
              <a:gd name="connsiteX115" fmla="*/ 6049786 w 12193149"/>
              <a:gd name="connsiteY115" fmla="*/ 3164793 h 3171710"/>
              <a:gd name="connsiteX116" fmla="*/ 6042433 w 12193149"/>
              <a:gd name="connsiteY116" fmla="*/ 3156444 h 3171710"/>
              <a:gd name="connsiteX117" fmla="*/ 6011238 w 12193149"/>
              <a:gd name="connsiteY117" fmla="*/ 3151351 h 3171710"/>
              <a:gd name="connsiteX118" fmla="*/ 5958523 w 12193149"/>
              <a:gd name="connsiteY118" fmla="*/ 3154995 h 3171710"/>
              <a:gd name="connsiteX119" fmla="*/ 5760067 w 12193149"/>
              <a:gd name="connsiteY119" fmla="*/ 3170687 h 3171710"/>
              <a:gd name="connsiteX120" fmla="*/ 5628108 w 12193149"/>
              <a:gd name="connsiteY120" fmla="*/ 3171710 h 3171710"/>
              <a:gd name="connsiteX121" fmla="*/ 5472054 w 12193149"/>
              <a:gd name="connsiteY121" fmla="*/ 3157690 h 3171710"/>
              <a:gd name="connsiteX122" fmla="*/ 5433909 w 12193149"/>
              <a:gd name="connsiteY122" fmla="*/ 3146437 h 3171710"/>
              <a:gd name="connsiteX123" fmla="*/ 5382817 w 12193149"/>
              <a:gd name="connsiteY123" fmla="*/ 3128735 h 3171710"/>
              <a:gd name="connsiteX124" fmla="*/ 5262912 w 12193149"/>
              <a:gd name="connsiteY124" fmla="*/ 3108318 h 3171710"/>
              <a:gd name="connsiteX125" fmla="*/ 5224109 w 12193149"/>
              <a:gd name="connsiteY125" fmla="*/ 3097194 h 3171710"/>
              <a:gd name="connsiteX126" fmla="*/ 5175808 w 12193149"/>
              <a:gd name="connsiteY126" fmla="*/ 3094204 h 3171710"/>
              <a:gd name="connsiteX127" fmla="*/ 5157702 w 12193149"/>
              <a:gd name="connsiteY127" fmla="*/ 3086981 h 3171710"/>
              <a:gd name="connsiteX128" fmla="*/ 5143747 w 12193149"/>
              <a:gd name="connsiteY128" fmla="*/ 3083581 h 3171710"/>
              <a:gd name="connsiteX129" fmla="*/ 5140744 w 12193149"/>
              <a:gd name="connsiteY129" fmla="*/ 3081480 h 3171710"/>
              <a:gd name="connsiteX130" fmla="*/ 5122807 w 12193149"/>
              <a:gd name="connsiteY130" fmla="*/ 3070627 h 3171710"/>
              <a:gd name="connsiteX131" fmla="*/ 5066938 w 12193149"/>
              <a:gd name="connsiteY131" fmla="*/ 3077198 h 3171710"/>
              <a:gd name="connsiteX132" fmla="*/ 5012662 w 12193149"/>
              <a:gd name="connsiteY132" fmla="*/ 3060817 h 3171710"/>
              <a:gd name="connsiteX133" fmla="*/ 4841589 w 12193149"/>
              <a:gd name="connsiteY133" fmla="*/ 3036800 h 3171710"/>
              <a:gd name="connsiteX134" fmla="*/ 4763595 w 12193149"/>
              <a:gd name="connsiteY134" fmla="*/ 3009032 h 3171710"/>
              <a:gd name="connsiteX135" fmla="*/ 4724334 w 12193149"/>
              <a:gd name="connsiteY135" fmla="*/ 3000018 h 3171710"/>
              <a:gd name="connsiteX136" fmla="*/ 4722324 w 12193149"/>
              <a:gd name="connsiteY136" fmla="*/ 2999269 h 3171710"/>
              <a:gd name="connsiteX137" fmla="*/ 4723259 w 12193149"/>
              <a:gd name="connsiteY137" fmla="*/ 2999058 h 3171710"/>
              <a:gd name="connsiteX138" fmla="*/ 4718350 w 12193149"/>
              <a:gd name="connsiteY138" fmla="*/ 2997788 h 3171710"/>
              <a:gd name="connsiteX139" fmla="*/ 4722324 w 12193149"/>
              <a:gd name="connsiteY139" fmla="*/ 2999269 h 3171710"/>
              <a:gd name="connsiteX140" fmla="*/ 4716674 w 12193149"/>
              <a:gd name="connsiteY140" fmla="*/ 3000544 h 3171710"/>
              <a:gd name="connsiteX141" fmla="*/ 4516962 w 12193149"/>
              <a:gd name="connsiteY141" fmla="*/ 2990642 h 3171710"/>
              <a:gd name="connsiteX142" fmla="*/ 4429691 w 12193149"/>
              <a:gd name="connsiteY142" fmla="*/ 2979991 h 3171710"/>
              <a:gd name="connsiteX143" fmla="*/ 4364023 w 12193149"/>
              <a:gd name="connsiteY143" fmla="*/ 2978645 h 3171710"/>
              <a:gd name="connsiteX144" fmla="*/ 4318114 w 12193149"/>
              <a:gd name="connsiteY144" fmla="*/ 2985260 h 3171710"/>
              <a:gd name="connsiteX145" fmla="*/ 4316258 w 12193149"/>
              <a:gd name="connsiteY145" fmla="*/ 2983919 h 3171710"/>
              <a:gd name="connsiteX146" fmla="*/ 4296292 w 12193149"/>
              <a:gd name="connsiteY146" fmla="*/ 2982040 h 3171710"/>
              <a:gd name="connsiteX147" fmla="*/ 4291212 w 12193149"/>
              <a:gd name="connsiteY147" fmla="*/ 2984957 h 3171710"/>
              <a:gd name="connsiteX148" fmla="*/ 4277290 w 12193149"/>
              <a:gd name="connsiteY148" fmla="*/ 2984711 h 3171710"/>
              <a:gd name="connsiteX149" fmla="*/ 4249265 w 12193149"/>
              <a:gd name="connsiteY149" fmla="*/ 2987035 h 3171710"/>
              <a:gd name="connsiteX150" fmla="*/ 4203199 w 12193149"/>
              <a:gd name="connsiteY150" fmla="*/ 2984240 h 3171710"/>
              <a:gd name="connsiteX151" fmla="*/ 4202893 w 12193149"/>
              <a:gd name="connsiteY151" fmla="*/ 2982981 h 3171710"/>
              <a:gd name="connsiteX152" fmla="*/ 4192396 w 12193149"/>
              <a:gd name="connsiteY152" fmla="*/ 2977347 h 3171710"/>
              <a:gd name="connsiteX153" fmla="*/ 4143893 w 12193149"/>
              <a:gd name="connsiteY153" fmla="*/ 2961482 h 3171710"/>
              <a:gd name="connsiteX154" fmla="*/ 4084245 w 12193149"/>
              <a:gd name="connsiteY154" fmla="*/ 2934949 h 3171710"/>
              <a:gd name="connsiteX155" fmla="*/ 4075694 w 12193149"/>
              <a:gd name="connsiteY155" fmla="*/ 2934114 h 3171710"/>
              <a:gd name="connsiteX156" fmla="*/ 4075575 w 12193149"/>
              <a:gd name="connsiteY156" fmla="*/ 2933815 h 3171710"/>
              <a:gd name="connsiteX157" fmla="*/ 4066658 w 12193149"/>
              <a:gd name="connsiteY157" fmla="*/ 2932371 h 3171710"/>
              <a:gd name="connsiteX158" fmla="*/ 4060102 w 12193149"/>
              <a:gd name="connsiteY158" fmla="*/ 2932589 h 3171710"/>
              <a:gd name="connsiteX159" fmla="*/ 4043512 w 12193149"/>
              <a:gd name="connsiteY159" fmla="*/ 2930968 h 3171710"/>
              <a:gd name="connsiteX160" fmla="*/ 4038145 w 12193149"/>
              <a:gd name="connsiteY160" fmla="*/ 2928534 h 3171710"/>
              <a:gd name="connsiteX161" fmla="*/ 4036511 w 12193149"/>
              <a:gd name="connsiteY161" fmla="*/ 2924867 h 3171710"/>
              <a:gd name="connsiteX162" fmla="*/ 4034926 w 12193149"/>
              <a:gd name="connsiteY162" fmla="*/ 2925102 h 3171710"/>
              <a:gd name="connsiteX163" fmla="*/ 4005686 w 12193149"/>
              <a:gd name="connsiteY163" fmla="*/ 2912534 h 3171710"/>
              <a:gd name="connsiteX164" fmla="*/ 3937994 w 12193149"/>
              <a:gd name="connsiteY164" fmla="*/ 2895077 h 3171710"/>
              <a:gd name="connsiteX165" fmla="*/ 3898423 w 12193149"/>
              <a:gd name="connsiteY165" fmla="*/ 2889422 h 3171710"/>
              <a:gd name="connsiteX166" fmla="*/ 3790908 w 12193149"/>
              <a:gd name="connsiteY166" fmla="*/ 2869184 h 3171710"/>
              <a:gd name="connsiteX167" fmla="*/ 3683661 w 12193149"/>
              <a:gd name="connsiteY167" fmla="*/ 2845261 h 3171710"/>
              <a:gd name="connsiteX168" fmla="*/ 3611183 w 12193149"/>
              <a:gd name="connsiteY168" fmla="*/ 2812990 h 3171710"/>
              <a:gd name="connsiteX169" fmla="*/ 3605003 w 12193149"/>
              <a:gd name="connsiteY169" fmla="*/ 2814352 h 3171710"/>
              <a:gd name="connsiteX170" fmla="*/ 3595884 w 12193149"/>
              <a:gd name="connsiteY170" fmla="*/ 2814516 h 3171710"/>
              <a:gd name="connsiteX171" fmla="*/ 3595649 w 12193149"/>
              <a:gd name="connsiteY171" fmla="*/ 2814247 h 3171710"/>
              <a:gd name="connsiteX172" fmla="*/ 3587126 w 12193149"/>
              <a:gd name="connsiteY172" fmla="*/ 2814937 h 3171710"/>
              <a:gd name="connsiteX173" fmla="*/ 3537283 w 12193149"/>
              <a:gd name="connsiteY173" fmla="*/ 2805238 h 3171710"/>
              <a:gd name="connsiteX174" fmla="*/ 3474371 w 12193149"/>
              <a:gd name="connsiteY174" fmla="*/ 2801577 h 3171710"/>
              <a:gd name="connsiteX175" fmla="*/ 3401876 w 12193149"/>
              <a:gd name="connsiteY175" fmla="*/ 2789529 h 3171710"/>
              <a:gd name="connsiteX176" fmla="*/ 3365036 w 12193149"/>
              <a:gd name="connsiteY176" fmla="*/ 2806481 h 3171710"/>
              <a:gd name="connsiteX177" fmla="*/ 3345174 w 12193149"/>
              <a:gd name="connsiteY177" fmla="*/ 2808163 h 3171710"/>
              <a:gd name="connsiteX178" fmla="*/ 3342846 w 12193149"/>
              <a:gd name="connsiteY178" fmla="*/ 2807188 h 3171710"/>
              <a:gd name="connsiteX179" fmla="*/ 3263504 w 12193149"/>
              <a:gd name="connsiteY179" fmla="*/ 2813065 h 3171710"/>
              <a:gd name="connsiteX180" fmla="*/ 3143704 w 12193149"/>
              <a:gd name="connsiteY180" fmla="*/ 2820840 h 3171710"/>
              <a:gd name="connsiteX181" fmla="*/ 3031439 w 12193149"/>
              <a:gd name="connsiteY181" fmla="*/ 2823483 h 3171710"/>
              <a:gd name="connsiteX182" fmla="*/ 2782717 w 12193149"/>
              <a:gd name="connsiteY182" fmla="*/ 2845304 h 3171710"/>
              <a:gd name="connsiteX183" fmla="*/ 2647675 w 12193149"/>
              <a:gd name="connsiteY183" fmla="*/ 2855840 h 3171710"/>
              <a:gd name="connsiteX184" fmla="*/ 2569176 w 12193149"/>
              <a:gd name="connsiteY184" fmla="*/ 2829599 h 3171710"/>
              <a:gd name="connsiteX185" fmla="*/ 2444403 w 12193149"/>
              <a:gd name="connsiteY185" fmla="*/ 2843500 h 3171710"/>
              <a:gd name="connsiteX186" fmla="*/ 2316260 w 12193149"/>
              <a:gd name="connsiteY186" fmla="*/ 2851967 h 3171710"/>
              <a:gd name="connsiteX187" fmla="*/ 2209726 w 12193149"/>
              <a:gd name="connsiteY187" fmla="*/ 2846734 h 3171710"/>
              <a:gd name="connsiteX188" fmla="*/ 2095813 w 12193149"/>
              <a:gd name="connsiteY188" fmla="*/ 2830023 h 3171710"/>
              <a:gd name="connsiteX189" fmla="*/ 1998504 w 12193149"/>
              <a:gd name="connsiteY189" fmla="*/ 2822003 h 3171710"/>
              <a:gd name="connsiteX190" fmla="*/ 1929320 w 12193149"/>
              <a:gd name="connsiteY190" fmla="*/ 2843948 h 3171710"/>
              <a:gd name="connsiteX191" fmla="*/ 1922798 w 12193149"/>
              <a:gd name="connsiteY191" fmla="*/ 2839117 h 3171710"/>
              <a:gd name="connsiteX192" fmla="*/ 1874228 w 12193149"/>
              <a:gd name="connsiteY192" fmla="*/ 2840712 h 3171710"/>
              <a:gd name="connsiteX193" fmla="*/ 1787803 w 12193149"/>
              <a:gd name="connsiteY193" fmla="*/ 2868334 h 3171710"/>
              <a:gd name="connsiteX194" fmla="*/ 1739352 w 12193149"/>
              <a:gd name="connsiteY194" fmla="*/ 2863283 h 3171710"/>
              <a:gd name="connsiteX195" fmla="*/ 1676219 w 12193149"/>
              <a:gd name="connsiteY195" fmla="*/ 2846934 h 3171710"/>
              <a:gd name="connsiteX196" fmla="*/ 1609817 w 12193149"/>
              <a:gd name="connsiteY196" fmla="*/ 2840037 h 3171710"/>
              <a:gd name="connsiteX197" fmla="*/ 1497258 w 12193149"/>
              <a:gd name="connsiteY197" fmla="*/ 2814447 h 3171710"/>
              <a:gd name="connsiteX198" fmla="*/ 1151127 w 12193149"/>
              <a:gd name="connsiteY198" fmla="*/ 2765012 h 3171710"/>
              <a:gd name="connsiteX199" fmla="*/ 859417 w 12193149"/>
              <a:gd name="connsiteY199" fmla="*/ 2755579 h 3171710"/>
              <a:gd name="connsiteX200" fmla="*/ 838688 w 12193149"/>
              <a:gd name="connsiteY200" fmla="*/ 2756792 h 3171710"/>
              <a:gd name="connsiteX201" fmla="*/ 817957 w 12193149"/>
              <a:gd name="connsiteY201" fmla="*/ 2754828 h 3171710"/>
              <a:gd name="connsiteX202" fmla="*/ 812654 w 12193149"/>
              <a:gd name="connsiteY202" fmla="*/ 2757722 h 3171710"/>
              <a:gd name="connsiteX203" fmla="*/ 721195 w 12193149"/>
              <a:gd name="connsiteY203" fmla="*/ 2756632 h 3171710"/>
              <a:gd name="connsiteX204" fmla="*/ 720890 w 12193149"/>
              <a:gd name="connsiteY204" fmla="*/ 2755370 h 3171710"/>
              <a:gd name="connsiteX205" fmla="*/ 710023 w 12193149"/>
              <a:gd name="connsiteY205" fmla="*/ 2749693 h 3171710"/>
              <a:gd name="connsiteX206" fmla="*/ 597940 w 12193149"/>
              <a:gd name="connsiteY206" fmla="*/ 2706835 h 3171710"/>
              <a:gd name="connsiteX207" fmla="*/ 579683 w 12193149"/>
              <a:gd name="connsiteY207" fmla="*/ 2704183 h 3171710"/>
              <a:gd name="connsiteX208" fmla="*/ 572865 w 12193149"/>
              <a:gd name="connsiteY208" fmla="*/ 2704372 h 3171710"/>
              <a:gd name="connsiteX209" fmla="*/ 446247 w 12193149"/>
              <a:gd name="connsiteY209" fmla="*/ 2666342 h 3171710"/>
              <a:gd name="connsiteX210" fmla="*/ 405163 w 12193149"/>
              <a:gd name="connsiteY210" fmla="*/ 2660519 h 3171710"/>
              <a:gd name="connsiteX211" fmla="*/ 293583 w 12193149"/>
              <a:gd name="connsiteY211" fmla="*/ 2639823 h 3171710"/>
              <a:gd name="connsiteX212" fmla="*/ 119529 w 12193149"/>
              <a:gd name="connsiteY212" fmla="*/ 2588018 h 3171710"/>
              <a:gd name="connsiteX213" fmla="*/ 16674 w 12193149"/>
              <a:gd name="connsiteY213" fmla="*/ 2585162 h 3171710"/>
              <a:gd name="connsiteX214" fmla="*/ 1150 w 12193149"/>
              <a:gd name="connsiteY214" fmla="*/ 2579693 h 3171710"/>
              <a:gd name="connsiteX215" fmla="*/ 1148 w 12193149"/>
              <a:gd name="connsiteY215" fmla="*/ 1049184 h 3171710"/>
              <a:gd name="connsiteX216" fmla="*/ 1148 w 12193149"/>
              <a:gd name="connsiteY216" fmla="*/ 0 h 317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12193149" h="3171710">
                <a:moveTo>
                  <a:pt x="1148" y="0"/>
                </a:moveTo>
                <a:lnTo>
                  <a:pt x="12181789" y="8189"/>
                </a:lnTo>
                <a:cubicBezTo>
                  <a:pt x="12181789" y="201435"/>
                  <a:pt x="12193149" y="1213464"/>
                  <a:pt x="12193149" y="1406710"/>
                </a:cubicBezTo>
                <a:lnTo>
                  <a:pt x="12185986" y="1411160"/>
                </a:lnTo>
                <a:cubicBezTo>
                  <a:pt x="12156393" y="1404401"/>
                  <a:pt x="12176978" y="1415299"/>
                  <a:pt x="12156363" y="1424337"/>
                </a:cubicBezTo>
                <a:cubicBezTo>
                  <a:pt x="12172308" y="1438279"/>
                  <a:pt x="12127905" y="1429847"/>
                  <a:pt x="12139215" y="1450150"/>
                </a:cubicBezTo>
                <a:cubicBezTo>
                  <a:pt x="12135103" y="1451151"/>
                  <a:pt x="12130766" y="1451483"/>
                  <a:pt x="12126327" y="1451661"/>
                </a:cubicBezTo>
                <a:lnTo>
                  <a:pt x="12124007" y="1451765"/>
                </a:lnTo>
                <a:lnTo>
                  <a:pt x="12116854" y="1455579"/>
                </a:lnTo>
                <a:lnTo>
                  <a:pt x="12099497" y="1455110"/>
                </a:lnTo>
                <a:cubicBezTo>
                  <a:pt x="12095162" y="1456775"/>
                  <a:pt x="12090978" y="1459336"/>
                  <a:pt x="12087073" y="1463312"/>
                </a:cubicBezTo>
                <a:cubicBezTo>
                  <a:pt x="12078890" y="1483714"/>
                  <a:pt x="12040481" y="1480817"/>
                  <a:pt x="12031073" y="1506980"/>
                </a:cubicBezTo>
                <a:cubicBezTo>
                  <a:pt x="12026399" y="1515225"/>
                  <a:pt x="12004497" y="1532326"/>
                  <a:pt x="11995833" y="1530429"/>
                </a:cubicBezTo>
                <a:cubicBezTo>
                  <a:pt x="11990333" y="1532938"/>
                  <a:pt x="11986699" y="1539016"/>
                  <a:pt x="11979717" y="1535132"/>
                </a:cubicBezTo>
                <a:cubicBezTo>
                  <a:pt x="11970382" y="1531211"/>
                  <a:pt x="11963763" y="1554233"/>
                  <a:pt x="11959046" y="1544529"/>
                </a:cubicBezTo>
                <a:lnTo>
                  <a:pt x="11920454" y="1557854"/>
                </a:lnTo>
                <a:cubicBezTo>
                  <a:pt x="11919152" y="1564914"/>
                  <a:pt x="11912619" y="1567116"/>
                  <a:pt x="11903656" y="1569397"/>
                </a:cubicBezTo>
                <a:lnTo>
                  <a:pt x="11895048" y="1571762"/>
                </a:lnTo>
                <a:lnTo>
                  <a:pt x="11891968" y="1582700"/>
                </a:lnTo>
                <a:cubicBezTo>
                  <a:pt x="11881074" y="1573372"/>
                  <a:pt x="11884523" y="1604713"/>
                  <a:pt x="11870776" y="1604787"/>
                </a:cubicBezTo>
                <a:lnTo>
                  <a:pt x="11813376" y="1624630"/>
                </a:lnTo>
                <a:lnTo>
                  <a:pt x="11590693" y="1790748"/>
                </a:lnTo>
                <a:cubicBezTo>
                  <a:pt x="11550201" y="1817685"/>
                  <a:pt x="11542649" y="1767741"/>
                  <a:pt x="11506817" y="1860594"/>
                </a:cubicBezTo>
                <a:cubicBezTo>
                  <a:pt x="11450023" y="1916431"/>
                  <a:pt x="11337127" y="2017145"/>
                  <a:pt x="11280332" y="2050542"/>
                </a:cubicBezTo>
                <a:cubicBezTo>
                  <a:pt x="11267547" y="2058142"/>
                  <a:pt x="11229147" y="2123560"/>
                  <a:pt x="11228309" y="2103207"/>
                </a:cubicBezTo>
                <a:cubicBezTo>
                  <a:pt x="11223950" y="2105174"/>
                  <a:pt x="11220761" y="2104651"/>
                  <a:pt x="11218087" y="2102932"/>
                </a:cubicBezTo>
                <a:lnTo>
                  <a:pt x="11217184" y="2101989"/>
                </a:lnTo>
                <a:lnTo>
                  <a:pt x="11188885" y="2119354"/>
                </a:lnTo>
                <a:lnTo>
                  <a:pt x="11184501" y="2119496"/>
                </a:lnTo>
                <a:lnTo>
                  <a:pt x="11166854" y="2133583"/>
                </a:lnTo>
                <a:lnTo>
                  <a:pt x="11157311" y="2139385"/>
                </a:lnTo>
                <a:lnTo>
                  <a:pt x="11155496" y="2144068"/>
                </a:lnTo>
                <a:cubicBezTo>
                  <a:pt x="11153045" y="2147436"/>
                  <a:pt x="11148902" y="2150083"/>
                  <a:pt x="11140961" y="2151086"/>
                </a:cubicBezTo>
                <a:lnTo>
                  <a:pt x="11138961" y="2150743"/>
                </a:lnTo>
                <a:lnTo>
                  <a:pt x="11128208" y="2160803"/>
                </a:lnTo>
                <a:cubicBezTo>
                  <a:pt x="11124962" y="2164785"/>
                  <a:pt x="11122359" y="2169258"/>
                  <a:pt x="11120691" y="2174395"/>
                </a:cubicBezTo>
                <a:cubicBezTo>
                  <a:pt x="11081770" y="2197656"/>
                  <a:pt x="10952581" y="2271077"/>
                  <a:pt x="10894683" y="2300370"/>
                </a:cubicBezTo>
                <a:cubicBezTo>
                  <a:pt x="10861781" y="2315405"/>
                  <a:pt x="10817803" y="2335857"/>
                  <a:pt x="10773300" y="2350162"/>
                </a:cubicBezTo>
                <a:cubicBezTo>
                  <a:pt x="10733414" y="2394390"/>
                  <a:pt x="10677791" y="2353706"/>
                  <a:pt x="10627668" y="2386200"/>
                </a:cubicBezTo>
                <a:cubicBezTo>
                  <a:pt x="10590276" y="2369074"/>
                  <a:pt x="10613693" y="2389253"/>
                  <a:pt x="10581895" y="2395660"/>
                </a:cubicBezTo>
                <a:cubicBezTo>
                  <a:pt x="10597733" y="2418627"/>
                  <a:pt x="10540912" y="2395212"/>
                  <a:pt x="10547790" y="2425394"/>
                </a:cubicBezTo>
                <a:cubicBezTo>
                  <a:pt x="10541784" y="2425603"/>
                  <a:pt x="10535750" y="2424857"/>
                  <a:pt x="10529643" y="2423878"/>
                </a:cubicBezTo>
                <a:lnTo>
                  <a:pt x="10526446" y="2423382"/>
                </a:lnTo>
                <a:lnTo>
                  <a:pt x="10515129" y="2426508"/>
                </a:lnTo>
                <a:lnTo>
                  <a:pt x="10491735" y="2421127"/>
                </a:lnTo>
                <a:cubicBezTo>
                  <a:pt x="10485147" y="2422161"/>
                  <a:pt x="10478389" y="2424430"/>
                  <a:pt x="10471418" y="2428664"/>
                </a:cubicBezTo>
                <a:cubicBezTo>
                  <a:pt x="10451763" y="2453636"/>
                  <a:pt x="10400774" y="2439247"/>
                  <a:pt x="10377042" y="2471569"/>
                </a:cubicBezTo>
                <a:cubicBezTo>
                  <a:pt x="10367240" y="2481286"/>
                  <a:pt x="10330319" y="2498097"/>
                  <a:pt x="10319338" y="2493192"/>
                </a:cubicBezTo>
                <a:cubicBezTo>
                  <a:pt x="10310813" y="2495031"/>
                  <a:pt x="10303331" y="2502144"/>
                  <a:pt x="10295467" y="2495050"/>
                </a:cubicBezTo>
                <a:cubicBezTo>
                  <a:pt x="10284420" y="2487261"/>
                  <a:pt x="10265794" y="2516157"/>
                  <a:pt x="10263443" y="2501919"/>
                </a:cubicBezTo>
                <a:lnTo>
                  <a:pt x="10205418" y="2509120"/>
                </a:lnTo>
                <a:cubicBezTo>
                  <a:pt x="10200696" y="2518180"/>
                  <a:pt x="10190895" y="2519327"/>
                  <a:pt x="10177759" y="2519914"/>
                </a:cubicBezTo>
                <a:lnTo>
                  <a:pt x="10165070" y="2520710"/>
                </a:lnTo>
                <a:lnTo>
                  <a:pt x="10156308" y="2534458"/>
                </a:lnTo>
                <a:cubicBezTo>
                  <a:pt x="10145406" y="2519028"/>
                  <a:pt x="10136981" y="2561781"/>
                  <a:pt x="10118267" y="2558113"/>
                </a:cubicBezTo>
                <a:lnTo>
                  <a:pt x="10083317" y="2570267"/>
                </a:lnTo>
                <a:cubicBezTo>
                  <a:pt x="10075718" y="2568198"/>
                  <a:pt x="10048011" y="2569526"/>
                  <a:pt x="10040388" y="2568603"/>
                </a:cubicBezTo>
                <a:cubicBezTo>
                  <a:pt x="9999609" y="2578704"/>
                  <a:pt x="9985545" y="2579194"/>
                  <a:pt x="9961167" y="2584118"/>
                </a:cubicBezTo>
                <a:cubicBezTo>
                  <a:pt x="9920131" y="2584260"/>
                  <a:pt x="9889892" y="2581061"/>
                  <a:pt x="9848940" y="2590886"/>
                </a:cubicBezTo>
                <a:lnTo>
                  <a:pt x="9729457" y="2611093"/>
                </a:lnTo>
                <a:cubicBezTo>
                  <a:pt x="9676207" y="2601507"/>
                  <a:pt x="9631235" y="2626730"/>
                  <a:pt x="9613704" y="2639342"/>
                </a:cubicBezTo>
                <a:cubicBezTo>
                  <a:pt x="9548152" y="2653618"/>
                  <a:pt x="9410970" y="2690964"/>
                  <a:pt x="9338590" y="2696264"/>
                </a:cubicBezTo>
                <a:lnTo>
                  <a:pt x="9232518" y="2720120"/>
                </a:lnTo>
                <a:lnTo>
                  <a:pt x="9156690" y="2730199"/>
                </a:lnTo>
                <a:lnTo>
                  <a:pt x="9054601" y="2737726"/>
                </a:lnTo>
                <a:lnTo>
                  <a:pt x="9006634" y="2741011"/>
                </a:lnTo>
                <a:lnTo>
                  <a:pt x="9006349" y="2740771"/>
                </a:lnTo>
                <a:cubicBezTo>
                  <a:pt x="9004294" y="2740551"/>
                  <a:pt x="9001475" y="2740879"/>
                  <a:pt x="8997380" y="2741982"/>
                </a:cubicBezTo>
                <a:lnTo>
                  <a:pt x="8991542" y="2744043"/>
                </a:lnTo>
                <a:lnTo>
                  <a:pt x="8975485" y="2747269"/>
                </a:lnTo>
                <a:lnTo>
                  <a:pt x="8969159" y="2746569"/>
                </a:lnTo>
                <a:lnTo>
                  <a:pt x="8964196" y="2744344"/>
                </a:lnTo>
                <a:cubicBezTo>
                  <a:pt x="8955841" y="2752295"/>
                  <a:pt x="8956668" y="2761243"/>
                  <a:pt x="8930136" y="2741156"/>
                </a:cubicBezTo>
                <a:cubicBezTo>
                  <a:pt x="8899182" y="2742176"/>
                  <a:pt x="8790451" y="2756831"/>
                  <a:pt x="8753592" y="2760388"/>
                </a:cubicBezTo>
                <a:cubicBezTo>
                  <a:pt x="8720970" y="2771108"/>
                  <a:pt x="8749345" y="2757447"/>
                  <a:pt x="8708995" y="2762489"/>
                </a:cubicBezTo>
                <a:cubicBezTo>
                  <a:pt x="8672757" y="2782024"/>
                  <a:pt x="8640293" y="2765584"/>
                  <a:pt x="8597219" y="2771061"/>
                </a:cubicBezTo>
                <a:lnTo>
                  <a:pt x="8526378" y="2756219"/>
                </a:lnTo>
                <a:lnTo>
                  <a:pt x="8512131" y="2762134"/>
                </a:lnTo>
                <a:lnTo>
                  <a:pt x="8507315" y="2765135"/>
                </a:lnTo>
                <a:cubicBezTo>
                  <a:pt x="8503797" y="2766912"/>
                  <a:pt x="8501196" y="2767723"/>
                  <a:pt x="8499116" y="2767873"/>
                </a:cubicBezTo>
                <a:lnTo>
                  <a:pt x="8498742" y="2767694"/>
                </a:lnTo>
                <a:lnTo>
                  <a:pt x="8491397" y="2770744"/>
                </a:lnTo>
                <a:lnTo>
                  <a:pt x="8368330" y="2784786"/>
                </a:lnTo>
                <a:cubicBezTo>
                  <a:pt x="8363173" y="2786811"/>
                  <a:pt x="8358881" y="2786463"/>
                  <a:pt x="8354947" y="2784980"/>
                </a:cubicBezTo>
                <a:lnTo>
                  <a:pt x="8321252" y="2801558"/>
                </a:lnTo>
                <a:lnTo>
                  <a:pt x="8315581" y="2801884"/>
                </a:lnTo>
                <a:lnTo>
                  <a:pt x="8296322" y="2815779"/>
                </a:lnTo>
                <a:lnTo>
                  <a:pt x="8285424" y="2821602"/>
                </a:lnTo>
                <a:lnTo>
                  <a:pt x="8284298" y="2826045"/>
                </a:lnTo>
                <a:cubicBezTo>
                  <a:pt x="8281994" y="2829290"/>
                  <a:pt x="8277300" y="2831938"/>
                  <a:pt x="8267224" y="2833220"/>
                </a:cubicBezTo>
                <a:lnTo>
                  <a:pt x="8264525" y="2832990"/>
                </a:lnTo>
                <a:lnTo>
                  <a:pt x="8253181" y="2842833"/>
                </a:lnTo>
                <a:cubicBezTo>
                  <a:pt x="8250007" y="2846683"/>
                  <a:pt x="8247795" y="2850965"/>
                  <a:pt x="8246982" y="2855825"/>
                </a:cubicBezTo>
                <a:cubicBezTo>
                  <a:pt x="8182975" y="2852918"/>
                  <a:pt x="8148279" y="2887040"/>
                  <a:pt x="8091420" y="2901986"/>
                </a:cubicBezTo>
                <a:cubicBezTo>
                  <a:pt x="8026616" y="2925128"/>
                  <a:pt x="7968218" y="2946364"/>
                  <a:pt x="7906555" y="2943959"/>
                </a:cubicBezTo>
                <a:cubicBezTo>
                  <a:pt x="7836267" y="2958871"/>
                  <a:pt x="7782114" y="2961102"/>
                  <a:pt x="7719893" y="2969674"/>
                </a:cubicBezTo>
                <a:lnTo>
                  <a:pt x="7615495" y="2966203"/>
                </a:lnTo>
                <a:lnTo>
                  <a:pt x="7528691" y="2972031"/>
                </a:lnTo>
                <a:lnTo>
                  <a:pt x="7520719" y="2974584"/>
                </a:lnTo>
                <a:cubicBezTo>
                  <a:pt x="7515141" y="2975923"/>
                  <a:pt x="7511320" y="2976273"/>
                  <a:pt x="7508559" y="2975919"/>
                </a:cubicBezTo>
                <a:lnTo>
                  <a:pt x="7508188" y="2975592"/>
                </a:lnTo>
                <a:lnTo>
                  <a:pt x="7496943" y="2977544"/>
                </a:lnTo>
                <a:lnTo>
                  <a:pt x="7219707" y="2983651"/>
                </a:lnTo>
                <a:lnTo>
                  <a:pt x="7202249" y="2988201"/>
                </a:lnTo>
                <a:lnTo>
                  <a:pt x="7198152" y="2993559"/>
                </a:lnTo>
                <a:cubicBezTo>
                  <a:pt x="7193259" y="2997082"/>
                  <a:pt x="7185654" y="2999221"/>
                  <a:pt x="7171956" y="2998207"/>
                </a:cubicBezTo>
                <a:lnTo>
                  <a:pt x="7098136" y="3010435"/>
                </a:lnTo>
                <a:cubicBezTo>
                  <a:pt x="7062296" y="3011413"/>
                  <a:pt x="7051336" y="3012390"/>
                  <a:pt x="7019644" y="3010061"/>
                </a:cubicBezTo>
                <a:cubicBezTo>
                  <a:pt x="6938675" y="3020999"/>
                  <a:pt x="6944793" y="3045165"/>
                  <a:pt x="6905294" y="3039567"/>
                </a:cubicBezTo>
                <a:cubicBezTo>
                  <a:pt x="6873070" y="3034359"/>
                  <a:pt x="6789137" y="3053433"/>
                  <a:pt x="6709370" y="3067522"/>
                </a:cubicBezTo>
                <a:cubicBezTo>
                  <a:pt x="6650254" y="3076977"/>
                  <a:pt x="6629253" y="3091078"/>
                  <a:pt x="6550602" y="3096298"/>
                </a:cubicBezTo>
                <a:cubicBezTo>
                  <a:pt x="6473302" y="3140388"/>
                  <a:pt x="6410843" y="3116665"/>
                  <a:pt x="6318708" y="3143098"/>
                </a:cubicBezTo>
                <a:cubicBezTo>
                  <a:pt x="6298698" y="3158620"/>
                  <a:pt x="6210439" y="3141427"/>
                  <a:pt x="6169822" y="3145185"/>
                </a:cubicBezTo>
                <a:cubicBezTo>
                  <a:pt x="6129203" y="3148943"/>
                  <a:pt x="6091688" y="3162491"/>
                  <a:pt x="6074996" y="3165647"/>
                </a:cubicBezTo>
                <a:lnTo>
                  <a:pt x="6069677" y="3164110"/>
                </a:lnTo>
                <a:lnTo>
                  <a:pt x="6049786" y="3164793"/>
                </a:lnTo>
                <a:lnTo>
                  <a:pt x="6042433" y="3156444"/>
                </a:lnTo>
                <a:lnTo>
                  <a:pt x="6011238" y="3151351"/>
                </a:lnTo>
                <a:cubicBezTo>
                  <a:pt x="5999830" y="3150764"/>
                  <a:pt x="5971276" y="3151677"/>
                  <a:pt x="5958523" y="3154995"/>
                </a:cubicBezTo>
                <a:lnTo>
                  <a:pt x="5760067" y="3170687"/>
                </a:lnTo>
                <a:lnTo>
                  <a:pt x="5628108" y="3171710"/>
                </a:lnTo>
                <a:lnTo>
                  <a:pt x="5472054" y="3157690"/>
                </a:lnTo>
                <a:cubicBezTo>
                  <a:pt x="5479284" y="3144662"/>
                  <a:pt x="5440157" y="3158728"/>
                  <a:pt x="5433909" y="3146437"/>
                </a:cubicBezTo>
                <a:cubicBezTo>
                  <a:pt x="5430517" y="3136405"/>
                  <a:pt x="5392976" y="3131721"/>
                  <a:pt x="5382817" y="3128735"/>
                </a:cubicBezTo>
                <a:lnTo>
                  <a:pt x="5262912" y="3108318"/>
                </a:lnTo>
                <a:cubicBezTo>
                  <a:pt x="5252746" y="3108134"/>
                  <a:pt x="5231699" y="3099824"/>
                  <a:pt x="5224109" y="3097194"/>
                </a:cubicBezTo>
                <a:lnTo>
                  <a:pt x="5175808" y="3094204"/>
                </a:lnTo>
                <a:lnTo>
                  <a:pt x="5157702" y="3086981"/>
                </a:lnTo>
                <a:lnTo>
                  <a:pt x="5143747" y="3083581"/>
                </a:lnTo>
                <a:lnTo>
                  <a:pt x="5140744" y="3081480"/>
                </a:lnTo>
                <a:cubicBezTo>
                  <a:pt x="5135026" y="3077440"/>
                  <a:pt x="5129229" y="3073629"/>
                  <a:pt x="5122807" y="3070627"/>
                </a:cubicBezTo>
                <a:cubicBezTo>
                  <a:pt x="5109467" y="3099246"/>
                  <a:pt x="5066004" y="3049810"/>
                  <a:pt x="5066938" y="3077198"/>
                </a:cubicBezTo>
                <a:cubicBezTo>
                  <a:pt x="5029345" y="3065682"/>
                  <a:pt x="5040096" y="3094771"/>
                  <a:pt x="5012662" y="3060817"/>
                </a:cubicBezTo>
                <a:cubicBezTo>
                  <a:pt x="4938174" y="3061200"/>
                  <a:pt x="4917504" y="3074207"/>
                  <a:pt x="4841589" y="3036800"/>
                </a:cubicBezTo>
                <a:cubicBezTo>
                  <a:pt x="4807890" y="3020158"/>
                  <a:pt x="4785258" y="3009012"/>
                  <a:pt x="4763595" y="3009032"/>
                </a:cubicBezTo>
                <a:cubicBezTo>
                  <a:pt x="4742475" y="3004532"/>
                  <a:pt x="4730631" y="3001709"/>
                  <a:pt x="4724334" y="3000018"/>
                </a:cubicBezTo>
                <a:lnTo>
                  <a:pt x="4722324" y="2999269"/>
                </a:lnTo>
                <a:lnTo>
                  <a:pt x="4723259" y="2999058"/>
                </a:lnTo>
                <a:cubicBezTo>
                  <a:pt x="4722296" y="2998416"/>
                  <a:pt x="4719415" y="2997810"/>
                  <a:pt x="4718350" y="2997788"/>
                </a:cubicBezTo>
                <a:lnTo>
                  <a:pt x="4722324" y="2999269"/>
                </a:lnTo>
                <a:lnTo>
                  <a:pt x="4716674" y="3000544"/>
                </a:lnTo>
                <a:cubicBezTo>
                  <a:pt x="4681300" y="2993588"/>
                  <a:pt x="4525895" y="2992780"/>
                  <a:pt x="4516962" y="2990642"/>
                </a:cubicBezTo>
                <a:cubicBezTo>
                  <a:pt x="4458971" y="2977530"/>
                  <a:pt x="4463810" y="2976789"/>
                  <a:pt x="4429691" y="2979991"/>
                </a:cubicBezTo>
                <a:cubicBezTo>
                  <a:pt x="4424455" y="2983362"/>
                  <a:pt x="4370126" y="2977068"/>
                  <a:pt x="4364023" y="2978645"/>
                </a:cubicBezTo>
                <a:lnTo>
                  <a:pt x="4318114" y="2985260"/>
                </a:lnTo>
                <a:lnTo>
                  <a:pt x="4316258" y="2983919"/>
                </a:lnTo>
                <a:cubicBezTo>
                  <a:pt x="4307275" y="2980548"/>
                  <a:pt x="4301145" y="2980549"/>
                  <a:pt x="4296292" y="2982040"/>
                </a:cubicBezTo>
                <a:lnTo>
                  <a:pt x="4291212" y="2984957"/>
                </a:lnTo>
                <a:lnTo>
                  <a:pt x="4277290" y="2984711"/>
                </a:lnTo>
                <a:lnTo>
                  <a:pt x="4249265" y="2987035"/>
                </a:lnTo>
                <a:lnTo>
                  <a:pt x="4203199" y="2984240"/>
                </a:lnTo>
                <a:cubicBezTo>
                  <a:pt x="4203096" y="2983820"/>
                  <a:pt x="4202995" y="2983401"/>
                  <a:pt x="4202893" y="2982981"/>
                </a:cubicBezTo>
                <a:cubicBezTo>
                  <a:pt x="4201267" y="2980144"/>
                  <a:pt x="4198292" y="2978025"/>
                  <a:pt x="4192396" y="2977347"/>
                </a:cubicBezTo>
                <a:cubicBezTo>
                  <a:pt x="4205365" y="2960058"/>
                  <a:pt x="4162425" y="2961953"/>
                  <a:pt x="4143893" y="2961482"/>
                </a:cubicBezTo>
                <a:cubicBezTo>
                  <a:pt x="4125868" y="2954416"/>
                  <a:pt x="4100250" y="2940836"/>
                  <a:pt x="4084245" y="2934949"/>
                </a:cubicBezTo>
                <a:lnTo>
                  <a:pt x="4075694" y="2934114"/>
                </a:lnTo>
                <a:cubicBezTo>
                  <a:pt x="4075655" y="2934013"/>
                  <a:pt x="4075614" y="2933914"/>
                  <a:pt x="4075575" y="2933815"/>
                </a:cubicBezTo>
                <a:cubicBezTo>
                  <a:pt x="4073829" y="2933031"/>
                  <a:pt x="4071057" y="2932530"/>
                  <a:pt x="4066658" y="2932371"/>
                </a:cubicBezTo>
                <a:lnTo>
                  <a:pt x="4060102" y="2932589"/>
                </a:lnTo>
                <a:lnTo>
                  <a:pt x="4043512" y="2930968"/>
                </a:lnTo>
                <a:lnTo>
                  <a:pt x="4038145" y="2928534"/>
                </a:lnTo>
                <a:lnTo>
                  <a:pt x="4036511" y="2924867"/>
                </a:lnTo>
                <a:lnTo>
                  <a:pt x="4034926" y="2925102"/>
                </a:lnTo>
                <a:cubicBezTo>
                  <a:pt x="4022576" y="2929966"/>
                  <a:pt x="4018025" y="2938342"/>
                  <a:pt x="4005686" y="2912534"/>
                </a:cubicBezTo>
                <a:lnTo>
                  <a:pt x="3937994" y="2895077"/>
                </a:lnTo>
                <a:cubicBezTo>
                  <a:pt x="3921658" y="2902801"/>
                  <a:pt x="3909686" y="2898112"/>
                  <a:pt x="3898423" y="2889422"/>
                </a:cubicBezTo>
                <a:cubicBezTo>
                  <a:pt x="3862243" y="2889918"/>
                  <a:pt x="3830779" y="2876048"/>
                  <a:pt x="3790908" y="2869184"/>
                </a:cubicBezTo>
                <a:cubicBezTo>
                  <a:pt x="3742158" y="2854478"/>
                  <a:pt x="3726280" y="2852501"/>
                  <a:pt x="3683661" y="2845261"/>
                </a:cubicBezTo>
                <a:lnTo>
                  <a:pt x="3611183" y="2812990"/>
                </a:lnTo>
                <a:lnTo>
                  <a:pt x="3605003" y="2814352"/>
                </a:lnTo>
                <a:cubicBezTo>
                  <a:pt x="3600731" y="2814971"/>
                  <a:pt x="3597877" y="2814971"/>
                  <a:pt x="3595884" y="2814516"/>
                </a:cubicBezTo>
                <a:lnTo>
                  <a:pt x="3595649" y="2814247"/>
                </a:lnTo>
                <a:lnTo>
                  <a:pt x="3587126" y="2814937"/>
                </a:lnTo>
                <a:cubicBezTo>
                  <a:pt x="3572774" y="2816728"/>
                  <a:pt x="3550540" y="2802529"/>
                  <a:pt x="3537283" y="2805238"/>
                </a:cubicBezTo>
                <a:cubicBezTo>
                  <a:pt x="3515092" y="2800942"/>
                  <a:pt x="3489773" y="2807207"/>
                  <a:pt x="3474371" y="2801577"/>
                </a:cubicBezTo>
                <a:lnTo>
                  <a:pt x="3401876" y="2789529"/>
                </a:lnTo>
                <a:lnTo>
                  <a:pt x="3365036" y="2806481"/>
                </a:lnTo>
                <a:cubicBezTo>
                  <a:pt x="3361007" y="2808779"/>
                  <a:pt x="3355145" y="2809857"/>
                  <a:pt x="3345174" y="2808163"/>
                </a:cubicBezTo>
                <a:lnTo>
                  <a:pt x="3342846" y="2807188"/>
                </a:lnTo>
                <a:cubicBezTo>
                  <a:pt x="3337528" y="2809659"/>
                  <a:pt x="3296694" y="2810789"/>
                  <a:pt x="3263504" y="2813065"/>
                </a:cubicBezTo>
                <a:cubicBezTo>
                  <a:pt x="3210873" y="2815406"/>
                  <a:pt x="3204538" y="2823378"/>
                  <a:pt x="3143704" y="2820840"/>
                </a:cubicBezTo>
                <a:cubicBezTo>
                  <a:pt x="3083839" y="2822069"/>
                  <a:pt x="3073438" y="2828075"/>
                  <a:pt x="3031439" y="2823483"/>
                </a:cubicBezTo>
                <a:lnTo>
                  <a:pt x="2782717" y="2845304"/>
                </a:lnTo>
                <a:cubicBezTo>
                  <a:pt x="2720447" y="2872959"/>
                  <a:pt x="2718750" y="2842390"/>
                  <a:pt x="2647675" y="2855840"/>
                </a:cubicBezTo>
                <a:cubicBezTo>
                  <a:pt x="2583664" y="2795905"/>
                  <a:pt x="2609849" y="2834173"/>
                  <a:pt x="2569176" y="2829599"/>
                </a:cubicBezTo>
                <a:lnTo>
                  <a:pt x="2444403" y="2843500"/>
                </a:lnTo>
                <a:cubicBezTo>
                  <a:pt x="2412730" y="2860060"/>
                  <a:pt x="2355175" y="2829971"/>
                  <a:pt x="2316260" y="2851967"/>
                </a:cubicBezTo>
                <a:cubicBezTo>
                  <a:pt x="2277148" y="2852505"/>
                  <a:pt x="2234330" y="2848310"/>
                  <a:pt x="2209726" y="2846734"/>
                </a:cubicBezTo>
                <a:cubicBezTo>
                  <a:pt x="2172984" y="2843077"/>
                  <a:pt x="2131016" y="2834145"/>
                  <a:pt x="2095813" y="2830023"/>
                </a:cubicBezTo>
                <a:cubicBezTo>
                  <a:pt x="2078687" y="2843632"/>
                  <a:pt x="2046700" y="2821328"/>
                  <a:pt x="1998504" y="2822003"/>
                </a:cubicBezTo>
                <a:cubicBezTo>
                  <a:pt x="1979851" y="2837650"/>
                  <a:pt x="1965997" y="2822267"/>
                  <a:pt x="1929320" y="2843948"/>
                </a:cubicBezTo>
                <a:cubicBezTo>
                  <a:pt x="1927506" y="2842156"/>
                  <a:pt x="1925308" y="2840529"/>
                  <a:pt x="1922798" y="2839117"/>
                </a:cubicBezTo>
                <a:cubicBezTo>
                  <a:pt x="1908224" y="2830923"/>
                  <a:pt x="1886476" y="2831636"/>
                  <a:pt x="1874228" y="2840712"/>
                </a:cubicBezTo>
                <a:cubicBezTo>
                  <a:pt x="1844711" y="2855471"/>
                  <a:pt x="1815838" y="2863248"/>
                  <a:pt x="1787803" y="2868334"/>
                </a:cubicBezTo>
                <a:lnTo>
                  <a:pt x="1739352" y="2863283"/>
                </a:lnTo>
                <a:cubicBezTo>
                  <a:pt x="1720756" y="2859717"/>
                  <a:pt x="1697809" y="2850808"/>
                  <a:pt x="1676219" y="2846934"/>
                </a:cubicBezTo>
                <a:cubicBezTo>
                  <a:pt x="1653856" y="2845729"/>
                  <a:pt x="1629782" y="2852334"/>
                  <a:pt x="1609817" y="2840037"/>
                </a:cubicBezTo>
                <a:cubicBezTo>
                  <a:pt x="1570834" y="2828361"/>
                  <a:pt x="1525521" y="2848516"/>
                  <a:pt x="1497258" y="2814447"/>
                </a:cubicBezTo>
                <a:cubicBezTo>
                  <a:pt x="1419429" y="2799738"/>
                  <a:pt x="1265224" y="2779725"/>
                  <a:pt x="1151127" y="2765012"/>
                </a:cubicBezTo>
                <a:cubicBezTo>
                  <a:pt x="1044820" y="2755201"/>
                  <a:pt x="911490" y="2756949"/>
                  <a:pt x="859417" y="2755579"/>
                </a:cubicBezTo>
                <a:lnTo>
                  <a:pt x="838688" y="2756792"/>
                </a:lnTo>
                <a:cubicBezTo>
                  <a:pt x="829380" y="2753383"/>
                  <a:pt x="823010" y="2753358"/>
                  <a:pt x="817957" y="2754828"/>
                </a:cubicBezTo>
                <a:lnTo>
                  <a:pt x="812654" y="2757722"/>
                </a:lnTo>
                <a:lnTo>
                  <a:pt x="721195" y="2756632"/>
                </a:lnTo>
                <a:cubicBezTo>
                  <a:pt x="721095" y="2756212"/>
                  <a:pt x="720991" y="2755791"/>
                  <a:pt x="720890" y="2755370"/>
                </a:cubicBezTo>
                <a:cubicBezTo>
                  <a:pt x="719222" y="2752527"/>
                  <a:pt x="716144" y="2750395"/>
                  <a:pt x="710023" y="2749693"/>
                </a:cubicBezTo>
                <a:cubicBezTo>
                  <a:pt x="689532" y="2741604"/>
                  <a:pt x="619665" y="2714421"/>
                  <a:pt x="597940" y="2706835"/>
                </a:cubicBezTo>
                <a:cubicBezTo>
                  <a:pt x="587430" y="2706236"/>
                  <a:pt x="583862" y="2704593"/>
                  <a:pt x="579683" y="2704183"/>
                </a:cubicBezTo>
                <a:lnTo>
                  <a:pt x="572865" y="2704372"/>
                </a:lnTo>
                <a:cubicBezTo>
                  <a:pt x="550627" y="2698066"/>
                  <a:pt x="474197" y="2673651"/>
                  <a:pt x="446247" y="2666342"/>
                </a:cubicBezTo>
                <a:cubicBezTo>
                  <a:pt x="429213" y="2673994"/>
                  <a:pt x="416808" y="2669256"/>
                  <a:pt x="405163" y="2660519"/>
                </a:cubicBezTo>
                <a:cubicBezTo>
                  <a:pt x="367566" y="2660861"/>
                  <a:pt x="334968" y="2646856"/>
                  <a:pt x="293583" y="2639823"/>
                </a:cubicBezTo>
                <a:lnTo>
                  <a:pt x="119529" y="2588018"/>
                </a:lnTo>
                <a:cubicBezTo>
                  <a:pt x="73377" y="2578908"/>
                  <a:pt x="36403" y="2586550"/>
                  <a:pt x="16674" y="2585162"/>
                </a:cubicBezTo>
                <a:lnTo>
                  <a:pt x="1150" y="2579693"/>
                </a:lnTo>
                <a:cubicBezTo>
                  <a:pt x="-1438" y="2323697"/>
                  <a:pt x="1148" y="1341304"/>
                  <a:pt x="1148" y="1049184"/>
                </a:cubicBezTo>
                <a:lnTo>
                  <a:pt x="1148"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7" y="548640"/>
            <a:ext cx="7437474" cy="1188720"/>
          </a:xfrm>
        </p:spPr>
        <p:txBody>
          <a:bodyPr vert="horz" lIns="91440" tIns="45720" rIns="91440" bIns="45720" rtlCol="0">
            <a:normAutofit/>
          </a:bodyPr>
          <a:lstStyle/>
          <a:p>
            <a:pPr defTabSz="914400"/>
            <a:r>
              <a:rPr lang="en-US" sz="3300" kern="1200" dirty="0">
                <a:solidFill>
                  <a:schemeClr val="tx1">
                    <a:lumMod val="85000"/>
                    <a:lumOff val="15000"/>
                  </a:schemeClr>
                </a:solidFill>
                <a:latin typeface="+mj-lt"/>
                <a:ea typeface="+mj-ea"/>
                <a:cs typeface="+mj-cs"/>
              </a:rPr>
              <a:t>Abstract</a:t>
            </a:r>
          </a:p>
        </p:txBody>
      </p:sp>
      <p:sp>
        <p:nvSpPr>
          <p:cNvPr id="4" name="Content Placeholder 3">
            <a:extLst>
              <a:ext uri="{FF2B5EF4-FFF2-40B4-BE49-F238E27FC236}">
                <a16:creationId xmlns:a16="http://schemas.microsoft.com/office/drawing/2014/main" id="{B8321179-A7A9-E563-38AA-F3DD65F5659B}"/>
              </a:ext>
            </a:extLst>
          </p:cNvPr>
          <p:cNvSpPr>
            <a:spLocks noGrp="1"/>
          </p:cNvSpPr>
          <p:nvPr>
            <p:ph idx="1"/>
          </p:nvPr>
        </p:nvSpPr>
        <p:spPr>
          <a:xfrm>
            <a:off x="283464" y="2200060"/>
            <a:ext cx="8006787" cy="4069080"/>
          </a:xfrm>
        </p:spPr>
        <p:txBody>
          <a:bodyPr anchor="ctr">
            <a:noAutofit/>
          </a:bodyPr>
          <a:lstStyle/>
          <a:p>
            <a:pPr marL="0" indent="0">
              <a:buNone/>
            </a:pPr>
            <a:r>
              <a:rPr lang="en-US" sz="2000" dirty="0"/>
              <a:t>The Time Aware Health Recommendation System is designed to provide health-related suggestions and reminders to users based on the time of the day. In today’s busy lifestyle, many people forget important health activities such as taking medicines, drinking water, eating meals on time, or following healthy routines. This system helps users maintain better health management by analyzing the current time and providing appropriate recommendations. The application can remind users about medicines, suggest healthy meals, and encourage good daily habits at the right time. By integrating simple recommendation logic with a user-friendly interface, the system aims to improve personal health awareness and support a more organized and healthier lifestyle.</a:t>
            </a:r>
            <a:endParaRPr lang="en-IN" sz="2000" dirty="0">
              <a:solidFill>
                <a:schemeClr val="tx1">
                  <a:lumMod val="85000"/>
                  <a:lumOff val="1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pPr algn="r"/>
            <a:r>
              <a:rPr lang="en-IN" sz="3300" dirty="0"/>
              <a:t>Existing System</a:t>
            </a:r>
          </a:p>
        </p:txBody>
      </p:sp>
      <p:cxnSp>
        <p:nvCxnSpPr>
          <p:cNvPr id="26" name="Straight Connector 25">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CC2E2D66-1B09-E78A-283A-28FD86823B93}"/>
              </a:ext>
            </a:extLst>
          </p:cNvPr>
          <p:cNvGraphicFramePr>
            <a:graphicFrameLocks noGrp="1"/>
          </p:cNvGraphicFramePr>
          <p:nvPr>
            <p:ph idx="1"/>
            <p:extLst>
              <p:ext uri="{D42A27DB-BD31-4B8C-83A1-F6EECF244321}">
                <p14:modId xmlns:p14="http://schemas.microsoft.com/office/powerpoint/2010/main" val="2503786209"/>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pPr algn="r"/>
            <a:r>
              <a:rPr lang="en-IN" sz="3300" dirty="0"/>
              <a:t>Disadvantages of Existing System</a:t>
            </a:r>
          </a:p>
        </p:txBody>
      </p:sp>
      <p:cxnSp>
        <p:nvCxnSpPr>
          <p:cNvPr id="33" name="Straight Connector 3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801C989-81A3-7AE4-BEFC-7CA9A08B9D16}"/>
              </a:ext>
            </a:extLst>
          </p:cNvPr>
          <p:cNvGraphicFramePr>
            <a:graphicFrameLocks noGrp="1"/>
          </p:cNvGraphicFramePr>
          <p:nvPr>
            <p:ph idx="1"/>
            <p:extLst>
              <p:ext uri="{D42A27DB-BD31-4B8C-83A1-F6EECF244321}">
                <p14:modId xmlns:p14="http://schemas.microsoft.com/office/powerpoint/2010/main" val="396782186"/>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9"/>
            <a:ext cx="2530602" cy="5567891"/>
          </a:xfrm>
        </p:spPr>
        <p:txBody>
          <a:bodyPr>
            <a:normAutofit/>
          </a:bodyPr>
          <a:lstStyle/>
          <a:p>
            <a:r>
              <a:rPr lang="en-IN" sz="3300" dirty="0"/>
              <a:t>Proposed System</a:t>
            </a:r>
          </a:p>
        </p:txBody>
      </p:sp>
      <p:graphicFrame>
        <p:nvGraphicFramePr>
          <p:cNvPr id="5" name="Content Placeholder 2">
            <a:extLst>
              <a:ext uri="{FF2B5EF4-FFF2-40B4-BE49-F238E27FC236}">
                <a16:creationId xmlns:a16="http://schemas.microsoft.com/office/drawing/2014/main" id="{3D7BF1BC-F4A4-FAF7-DAEA-01A8CBDAE081}"/>
              </a:ext>
            </a:extLst>
          </p:cNvPr>
          <p:cNvGraphicFramePr>
            <a:graphicFrameLocks noGrp="1"/>
          </p:cNvGraphicFramePr>
          <p:nvPr>
            <p:ph idx="1"/>
            <p:extLst>
              <p:ext uri="{D42A27DB-BD31-4B8C-83A1-F6EECF244321}">
                <p14:modId xmlns:p14="http://schemas.microsoft.com/office/powerpoint/2010/main" val="2029981567"/>
              </p:ext>
            </p:extLst>
          </p:nvPr>
        </p:nvGraphicFramePr>
        <p:xfrm>
          <a:off x="2679192" y="620392"/>
          <a:ext cx="5838444"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p:cNvSpPr>
            <a:spLocks noGrp="1"/>
          </p:cNvSpPr>
          <p:nvPr>
            <p:ph type="title"/>
          </p:nvPr>
        </p:nvSpPr>
        <p:spPr>
          <a:xfrm>
            <a:off x="359545" y="1070800"/>
            <a:ext cx="2954766" cy="5583126"/>
          </a:xfrm>
        </p:spPr>
        <p:txBody>
          <a:bodyPr>
            <a:normAutofit/>
          </a:bodyPr>
          <a:lstStyle/>
          <a:p>
            <a:pPr algn="r"/>
            <a:r>
              <a:rPr lang="en-IN"/>
              <a:t>Advantages</a:t>
            </a:r>
          </a:p>
        </p:txBody>
      </p:sp>
      <p:cxnSp>
        <p:nvCxnSpPr>
          <p:cNvPr id="26" name="Straight Connector 25">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6039"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08C61CF-1DBF-F705-A149-9354F12D81B0}"/>
              </a:ext>
            </a:extLst>
          </p:cNvPr>
          <p:cNvGraphicFramePr>
            <a:graphicFrameLocks noGrp="1"/>
          </p:cNvGraphicFramePr>
          <p:nvPr>
            <p:ph idx="1"/>
            <p:extLst>
              <p:ext uri="{D42A27DB-BD31-4B8C-83A1-F6EECF244321}">
                <p14:modId xmlns:p14="http://schemas.microsoft.com/office/powerpoint/2010/main" val="3461634162"/>
              </p:ext>
            </p:extLst>
          </p:nvPr>
        </p:nvGraphicFramePr>
        <p:xfrm>
          <a:off x="3831401" y="1070800"/>
          <a:ext cx="468394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Freeform: Shape 25">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14166"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8" name="Freeform: Shape 27">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08608"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66344" y="1161288"/>
            <a:ext cx="2702052" cy="4526280"/>
          </a:xfrm>
        </p:spPr>
        <p:txBody>
          <a:bodyPr>
            <a:normAutofit/>
          </a:bodyPr>
          <a:lstStyle/>
          <a:p>
            <a:r>
              <a:rPr lang="en-IN" sz="3300" dirty="0"/>
              <a:t>Software Requirements</a:t>
            </a:r>
          </a:p>
        </p:txBody>
      </p:sp>
      <p:sp>
        <p:nvSpPr>
          <p:cNvPr id="30" name="Rectangle 29">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02EBB7B-7068-D1D8-2FEF-63B341D49ABB}"/>
              </a:ext>
            </a:extLst>
          </p:cNvPr>
          <p:cNvGraphicFramePr>
            <a:graphicFrameLocks noGrp="1"/>
          </p:cNvGraphicFramePr>
          <p:nvPr>
            <p:ph idx="1"/>
            <p:extLst>
              <p:ext uri="{D42A27DB-BD31-4B8C-83A1-F6EECF244321}">
                <p14:modId xmlns:p14="http://schemas.microsoft.com/office/powerpoint/2010/main" val="3684615394"/>
              </p:ext>
            </p:extLst>
          </p:nvPr>
        </p:nvGraphicFramePr>
        <p:xfrm>
          <a:off x="3977640" y="676656"/>
          <a:ext cx="4773168"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IN" sz="3300" dirty="0"/>
              <a:t>Novelty of the Project</a:t>
            </a:r>
          </a:p>
        </p:txBody>
      </p:sp>
      <p:sp>
        <p:nvSpPr>
          <p:cNvPr id="2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0A58DD1-BAE2-C20C-D57F-A883BAA05F7B}"/>
              </a:ext>
            </a:extLst>
          </p:cNvPr>
          <p:cNvGraphicFramePr>
            <a:graphicFrameLocks noGrp="1"/>
          </p:cNvGraphicFramePr>
          <p:nvPr>
            <p:ph idx="1"/>
            <p:extLst>
              <p:ext uri="{D42A27DB-BD31-4B8C-83A1-F6EECF244321}">
                <p14:modId xmlns:p14="http://schemas.microsoft.com/office/powerpoint/2010/main" val="2241036976"/>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1" y="639193"/>
            <a:ext cx="2678858" cy="3573516"/>
          </a:xfrm>
        </p:spPr>
        <p:txBody>
          <a:bodyPr vert="horz" lIns="91440" tIns="45720" rIns="91440" bIns="45720" rtlCol="0" anchor="b">
            <a:normAutofit/>
          </a:bodyPr>
          <a:lstStyle/>
          <a:p>
            <a:pPr algn="l" defTabSz="914400">
              <a:lnSpc>
                <a:spcPct val="90000"/>
              </a:lnSpc>
            </a:pPr>
            <a:r>
              <a:rPr lang="en-US" sz="3300" kern="1200" dirty="0">
                <a:solidFill>
                  <a:schemeClr val="tx1"/>
                </a:solidFill>
                <a:latin typeface="+mj-lt"/>
                <a:ea typeface="+mj-ea"/>
                <a:cs typeface="+mj-cs"/>
              </a:rPr>
              <a:t>System Architecture</a:t>
            </a:r>
          </a:p>
        </p:txBody>
      </p:sp>
      <p:sp>
        <p:nvSpPr>
          <p:cNvPr id="1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4409267"/>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F49A1DE-D257-40BD-4E8C-2CCB0A875C5E}"/>
              </a:ext>
            </a:extLst>
          </p:cNvPr>
          <p:cNvPicPr>
            <a:picLocks noChangeAspect="1"/>
          </p:cNvPicPr>
          <p:nvPr/>
        </p:nvPicPr>
        <p:blipFill>
          <a:blip r:embed="rId2"/>
          <a:srcRect l="51720" t="2973" b="6814"/>
          <a:stretch>
            <a:fillRect/>
          </a:stretch>
        </p:blipFill>
        <p:spPr>
          <a:xfrm>
            <a:off x="3158019" y="446621"/>
            <a:ext cx="5857258" cy="59647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40823"/>
            <a:ext cx="2564892" cy="5583148"/>
          </a:xfrm>
        </p:spPr>
        <p:txBody>
          <a:bodyPr anchor="ctr">
            <a:normAutofit/>
          </a:bodyPr>
          <a:lstStyle/>
          <a:p>
            <a:r>
              <a:rPr lang="en-IN" sz="3300" dirty="0"/>
              <a:t>Modules</a:t>
            </a:r>
          </a:p>
        </p:txBody>
      </p:sp>
      <p:sp>
        <p:nvSpPr>
          <p:cNvPr id="19"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00400" y="630936"/>
            <a:ext cx="13716" cy="5590381"/>
          </a:xfrm>
          <a:custGeom>
            <a:avLst/>
            <a:gdLst>
              <a:gd name="csX0" fmla="*/ 0 w 13716"/>
              <a:gd name="csY0" fmla="*/ 0 h 5590381"/>
              <a:gd name="csX1" fmla="*/ 13716 w 13716"/>
              <a:gd name="csY1" fmla="*/ 0 h 5590381"/>
              <a:gd name="csX2" fmla="*/ 13716 w 13716"/>
              <a:gd name="csY2" fmla="*/ 754701 h 5590381"/>
              <a:gd name="csX3" fmla="*/ 13716 w 13716"/>
              <a:gd name="csY3" fmla="*/ 1565307 h 5590381"/>
              <a:gd name="csX4" fmla="*/ 13716 w 13716"/>
              <a:gd name="csY4" fmla="*/ 2152297 h 5590381"/>
              <a:gd name="csX5" fmla="*/ 13716 w 13716"/>
              <a:gd name="csY5" fmla="*/ 2906998 h 5590381"/>
              <a:gd name="csX6" fmla="*/ 13716 w 13716"/>
              <a:gd name="csY6" fmla="*/ 3549892 h 5590381"/>
              <a:gd name="csX7" fmla="*/ 13716 w 13716"/>
              <a:gd name="csY7" fmla="*/ 4080978 h 5590381"/>
              <a:gd name="csX8" fmla="*/ 13716 w 13716"/>
              <a:gd name="csY8" fmla="*/ 4835680 h 5590381"/>
              <a:gd name="csX9" fmla="*/ 13716 w 13716"/>
              <a:gd name="csY9" fmla="*/ 5590381 h 5590381"/>
              <a:gd name="csX10" fmla="*/ 0 w 13716"/>
              <a:gd name="csY10" fmla="*/ 5590381 h 5590381"/>
              <a:gd name="csX11" fmla="*/ 0 w 13716"/>
              <a:gd name="csY11" fmla="*/ 4835680 h 5590381"/>
              <a:gd name="csX12" fmla="*/ 0 w 13716"/>
              <a:gd name="csY12" fmla="*/ 4304593 h 5590381"/>
              <a:gd name="csX13" fmla="*/ 0 w 13716"/>
              <a:gd name="csY13" fmla="*/ 3773507 h 5590381"/>
              <a:gd name="csX14" fmla="*/ 0 w 13716"/>
              <a:gd name="csY14" fmla="*/ 3186517 h 5590381"/>
              <a:gd name="csX15" fmla="*/ 0 w 13716"/>
              <a:gd name="csY15" fmla="*/ 2487720 h 5590381"/>
              <a:gd name="csX16" fmla="*/ 0 w 13716"/>
              <a:gd name="csY16" fmla="*/ 1956633 h 5590381"/>
              <a:gd name="csX17" fmla="*/ 0 w 13716"/>
              <a:gd name="csY17" fmla="*/ 1425547 h 5590381"/>
              <a:gd name="csX18" fmla="*/ 0 w 13716"/>
              <a:gd name="csY18" fmla="*/ 614942 h 5590381"/>
              <a:gd name="csX19" fmla="*/ 0 w 13716"/>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3716" h="5590381" fill="none" extrusionOk="0">
                <a:moveTo>
                  <a:pt x="0" y="0"/>
                </a:moveTo>
                <a:cubicBezTo>
                  <a:pt x="6519" y="-664"/>
                  <a:pt x="8288" y="665"/>
                  <a:pt x="13716" y="0"/>
                </a:cubicBezTo>
                <a:cubicBezTo>
                  <a:pt x="-9798" y="225076"/>
                  <a:pt x="41703" y="562283"/>
                  <a:pt x="13716" y="754701"/>
                </a:cubicBezTo>
                <a:cubicBezTo>
                  <a:pt x="-14271" y="947119"/>
                  <a:pt x="25509" y="1239251"/>
                  <a:pt x="13716" y="1565307"/>
                </a:cubicBezTo>
                <a:cubicBezTo>
                  <a:pt x="1923" y="1891363"/>
                  <a:pt x="2588" y="1999140"/>
                  <a:pt x="13716" y="2152297"/>
                </a:cubicBezTo>
                <a:cubicBezTo>
                  <a:pt x="24845" y="2305454"/>
                  <a:pt x="24133" y="2598333"/>
                  <a:pt x="13716" y="2906998"/>
                </a:cubicBezTo>
                <a:cubicBezTo>
                  <a:pt x="3299" y="3215663"/>
                  <a:pt x="30691" y="3327412"/>
                  <a:pt x="13716" y="3549892"/>
                </a:cubicBezTo>
                <a:cubicBezTo>
                  <a:pt x="-3259" y="3772372"/>
                  <a:pt x="33989" y="3843836"/>
                  <a:pt x="13716" y="4080978"/>
                </a:cubicBezTo>
                <a:cubicBezTo>
                  <a:pt x="-6557" y="4318120"/>
                  <a:pt x="-8378" y="4511166"/>
                  <a:pt x="13716" y="4835680"/>
                </a:cubicBezTo>
                <a:cubicBezTo>
                  <a:pt x="35810" y="5160194"/>
                  <a:pt x="-17642" y="5401748"/>
                  <a:pt x="13716" y="5590381"/>
                </a:cubicBezTo>
                <a:cubicBezTo>
                  <a:pt x="8599" y="5590092"/>
                  <a:pt x="6708" y="5590668"/>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3716" h="5590381" stroke="0" extrusionOk="0">
                <a:moveTo>
                  <a:pt x="0" y="0"/>
                </a:moveTo>
                <a:cubicBezTo>
                  <a:pt x="4626" y="620"/>
                  <a:pt x="7856" y="-428"/>
                  <a:pt x="13716" y="0"/>
                </a:cubicBezTo>
                <a:cubicBezTo>
                  <a:pt x="36569" y="165299"/>
                  <a:pt x="-959" y="427555"/>
                  <a:pt x="13716" y="698798"/>
                </a:cubicBezTo>
                <a:cubicBezTo>
                  <a:pt x="28391" y="970041"/>
                  <a:pt x="15108" y="1226199"/>
                  <a:pt x="13716" y="1397595"/>
                </a:cubicBezTo>
                <a:cubicBezTo>
                  <a:pt x="12324" y="1568991"/>
                  <a:pt x="34226" y="1794517"/>
                  <a:pt x="13716" y="2152297"/>
                </a:cubicBezTo>
                <a:cubicBezTo>
                  <a:pt x="-6794" y="2510077"/>
                  <a:pt x="36274" y="2594424"/>
                  <a:pt x="13716" y="2739287"/>
                </a:cubicBezTo>
                <a:cubicBezTo>
                  <a:pt x="-8842" y="2884150"/>
                  <a:pt x="22545" y="3129706"/>
                  <a:pt x="13716" y="3493988"/>
                </a:cubicBezTo>
                <a:cubicBezTo>
                  <a:pt x="4887" y="3858270"/>
                  <a:pt x="49629" y="4041447"/>
                  <a:pt x="13716" y="4304593"/>
                </a:cubicBezTo>
                <a:cubicBezTo>
                  <a:pt x="-22197" y="4567740"/>
                  <a:pt x="45055" y="5149125"/>
                  <a:pt x="13716" y="5590381"/>
                </a:cubicBezTo>
                <a:cubicBezTo>
                  <a:pt x="9649" y="5590058"/>
                  <a:pt x="6483" y="5589928"/>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assroom">
            <a:extLst>
              <a:ext uri="{FF2B5EF4-FFF2-40B4-BE49-F238E27FC236}">
                <a16:creationId xmlns:a16="http://schemas.microsoft.com/office/drawing/2014/main" id="{F82C6A35-755A-A77B-7756-9FCB4A7204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90722" y="630936"/>
            <a:ext cx="3913632" cy="3913632"/>
          </a:xfrm>
          <a:prstGeom prst="rect">
            <a:avLst/>
          </a:prstGeom>
        </p:spPr>
      </p:pic>
      <p:sp>
        <p:nvSpPr>
          <p:cNvPr id="3" name="Content Placeholder 2"/>
          <p:cNvSpPr>
            <a:spLocks noGrp="1"/>
          </p:cNvSpPr>
          <p:nvPr>
            <p:ph idx="1"/>
          </p:nvPr>
        </p:nvSpPr>
        <p:spPr>
          <a:xfrm>
            <a:off x="3403854" y="4471417"/>
            <a:ext cx="5257800" cy="1755648"/>
          </a:xfrm>
        </p:spPr>
        <p:txBody>
          <a:bodyPr anchor="t">
            <a:normAutofit/>
          </a:bodyPr>
          <a:lstStyle/>
          <a:p>
            <a:pPr marL="0" indent="0">
              <a:buNone/>
            </a:pPr>
            <a:r>
              <a:rPr lang="en-IN" sz="1900" dirty="0"/>
              <a:t>• </a:t>
            </a:r>
            <a:r>
              <a:rPr lang="en-IN" sz="2000" dirty="0"/>
              <a:t>User Interface Module</a:t>
            </a:r>
          </a:p>
          <a:p>
            <a:pPr marL="0" indent="0">
              <a:buNone/>
            </a:pPr>
            <a:r>
              <a:rPr lang="en-IN" sz="2000" dirty="0"/>
              <a:t>• Medicine Management Module</a:t>
            </a:r>
          </a:p>
          <a:p>
            <a:pPr marL="0" indent="0">
              <a:buNone/>
            </a:pPr>
            <a:r>
              <a:rPr lang="en-IN" sz="2000" dirty="0"/>
              <a:t>• Reminder Notification Module</a:t>
            </a:r>
          </a:p>
          <a:p>
            <a:pPr marL="0" indent="0">
              <a:buNone/>
            </a:pPr>
            <a:r>
              <a:rPr lang="en-IN" sz="2000" dirty="0"/>
              <a:t>• Settings Module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1" y="2075687"/>
            <a:ext cx="2678858" cy="2137021"/>
          </a:xfrm>
        </p:spPr>
        <p:txBody>
          <a:bodyPr vert="horz" lIns="91440" tIns="45720" rIns="91440" bIns="45720" rtlCol="0" anchor="b">
            <a:normAutofit/>
          </a:bodyPr>
          <a:lstStyle/>
          <a:p>
            <a:pPr algn="l" defTabSz="914400">
              <a:lnSpc>
                <a:spcPct val="90000"/>
              </a:lnSpc>
            </a:pPr>
            <a:r>
              <a:rPr lang="en-US" sz="3300" kern="1200" dirty="0">
                <a:solidFill>
                  <a:schemeClr val="tx1"/>
                </a:solidFill>
                <a:latin typeface="+mj-lt"/>
                <a:ea typeface="+mj-ea"/>
                <a:cs typeface="+mj-cs"/>
              </a:rPr>
              <a:t>UML Diagrams – Use Case</a:t>
            </a:r>
          </a:p>
        </p:txBody>
      </p:sp>
      <p:sp>
        <p:nvSpPr>
          <p:cNvPr id="2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4409267"/>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AF26D12-7CE3-5325-BAD7-0EBE8E6FA91D}"/>
              </a:ext>
            </a:extLst>
          </p:cNvPr>
          <p:cNvPicPr>
            <a:picLocks noChangeAspect="1"/>
          </p:cNvPicPr>
          <p:nvPr/>
        </p:nvPicPr>
        <p:blipFill>
          <a:blip r:embed="rId2"/>
          <a:srcRect l="12488" t="20687" r="10564" b="5881"/>
          <a:stretch>
            <a:fillRect/>
          </a:stretch>
        </p:blipFill>
        <p:spPr>
          <a:xfrm>
            <a:off x="3490722" y="2008172"/>
            <a:ext cx="5410962" cy="28142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9161" y="2916935"/>
            <a:ext cx="2678858" cy="1295774"/>
          </a:xfrm>
        </p:spPr>
        <p:txBody>
          <a:bodyPr vert="horz" lIns="91440" tIns="45720" rIns="91440" bIns="45720" rtlCol="0" anchor="b">
            <a:normAutofit/>
          </a:bodyPr>
          <a:lstStyle/>
          <a:p>
            <a:pPr algn="l" defTabSz="914400">
              <a:lnSpc>
                <a:spcPct val="90000"/>
              </a:lnSpc>
            </a:pPr>
            <a:r>
              <a:rPr lang="en-US" sz="3300" kern="1200" dirty="0">
                <a:solidFill>
                  <a:schemeClr val="tx1"/>
                </a:solidFill>
                <a:latin typeface="+mj-lt"/>
                <a:ea typeface="+mj-ea"/>
                <a:cs typeface="+mj-cs"/>
              </a:rPr>
              <a:t>UML Diagrams – Activity Flow</a:t>
            </a:r>
          </a:p>
        </p:txBody>
      </p:sp>
      <p:sp>
        <p:nvSpPr>
          <p:cNvPr id="3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4409267"/>
            <a:ext cx="2441321" cy="18288"/>
          </a:xfrm>
          <a:custGeom>
            <a:avLst/>
            <a:gdLst>
              <a:gd name="csX0" fmla="*/ 0 w 2441321"/>
              <a:gd name="csY0" fmla="*/ 0 h 18288"/>
              <a:gd name="csX1" fmla="*/ 585917 w 2441321"/>
              <a:gd name="csY1" fmla="*/ 0 h 18288"/>
              <a:gd name="csX2" fmla="*/ 1196247 w 2441321"/>
              <a:gd name="csY2" fmla="*/ 0 h 18288"/>
              <a:gd name="csX3" fmla="*/ 1806578 w 2441321"/>
              <a:gd name="csY3" fmla="*/ 0 h 18288"/>
              <a:gd name="csX4" fmla="*/ 2441321 w 2441321"/>
              <a:gd name="csY4" fmla="*/ 0 h 18288"/>
              <a:gd name="csX5" fmla="*/ 2441321 w 2441321"/>
              <a:gd name="csY5" fmla="*/ 18288 h 18288"/>
              <a:gd name="csX6" fmla="*/ 1830991 w 2441321"/>
              <a:gd name="csY6" fmla="*/ 18288 h 18288"/>
              <a:gd name="csX7" fmla="*/ 1269487 w 2441321"/>
              <a:gd name="csY7" fmla="*/ 18288 h 18288"/>
              <a:gd name="csX8" fmla="*/ 707983 w 2441321"/>
              <a:gd name="csY8" fmla="*/ 18288 h 18288"/>
              <a:gd name="csX9" fmla="*/ 0 w 2441321"/>
              <a:gd name="csY9" fmla="*/ 18288 h 18288"/>
              <a:gd name="csX10" fmla="*/ 0 w 2441321"/>
              <a:gd name="csY10"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E10120E-A3F6-D10C-7641-BB39E33E6381}"/>
              </a:ext>
            </a:extLst>
          </p:cNvPr>
          <p:cNvPicPr>
            <a:picLocks noChangeAspect="1"/>
          </p:cNvPicPr>
          <p:nvPr/>
        </p:nvPicPr>
        <p:blipFill>
          <a:blip r:embed="rId2"/>
          <a:srcRect l="16465" t="18934" r="5246" b="8569"/>
          <a:stretch>
            <a:fillRect/>
          </a:stretch>
        </p:blipFill>
        <p:spPr>
          <a:xfrm>
            <a:off x="3158019" y="1667442"/>
            <a:ext cx="5836385" cy="37947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1635A02-AFBC-9E66-5C27-DA1DB17306ED}"/>
              </a:ext>
            </a:extLst>
          </p:cNvPr>
          <p:cNvSpPr>
            <a:spLocks noGrp="1"/>
          </p:cNvSpPr>
          <p:nvPr>
            <p:ph type="title"/>
          </p:nvPr>
        </p:nvSpPr>
        <p:spPr>
          <a:xfrm>
            <a:off x="619797" y="586855"/>
            <a:ext cx="3172575" cy="3387497"/>
          </a:xfrm>
        </p:spPr>
        <p:txBody>
          <a:bodyPr anchor="b">
            <a:normAutofit/>
          </a:bodyPr>
          <a:lstStyle/>
          <a:p>
            <a:pPr algn="r"/>
            <a:r>
              <a:rPr lang="en-IN" sz="3500">
                <a:solidFill>
                  <a:srgbClr val="FFFFFF"/>
                </a:solidFill>
              </a:rPr>
              <a:t>Sample code:</a:t>
            </a:r>
          </a:p>
        </p:txBody>
      </p:sp>
      <p:sp>
        <p:nvSpPr>
          <p:cNvPr id="3" name="Content Placeholder 2">
            <a:extLst>
              <a:ext uri="{FF2B5EF4-FFF2-40B4-BE49-F238E27FC236}">
                <a16:creationId xmlns:a16="http://schemas.microsoft.com/office/drawing/2014/main" id="{4D0F840E-C9BF-47CF-2226-DFEA79D99CC6}"/>
              </a:ext>
            </a:extLst>
          </p:cNvPr>
          <p:cNvSpPr>
            <a:spLocks noGrp="1"/>
          </p:cNvSpPr>
          <p:nvPr>
            <p:ph idx="1"/>
          </p:nvPr>
        </p:nvSpPr>
        <p:spPr>
          <a:xfrm>
            <a:off x="4185154" y="-98323"/>
            <a:ext cx="4880188" cy="6956319"/>
          </a:xfrm>
        </p:spPr>
        <p:txBody>
          <a:bodyPr anchor="ctr">
            <a:normAutofit/>
          </a:bodyPr>
          <a:lstStyle/>
          <a:p>
            <a:pPr marL="0" indent="0">
              <a:lnSpc>
                <a:spcPct val="90000"/>
              </a:lnSpc>
              <a:buNone/>
            </a:pPr>
            <a:r>
              <a:rPr lang="en-IN" sz="1200" dirty="0"/>
              <a:t>import React, { </a:t>
            </a:r>
            <a:r>
              <a:rPr lang="en-IN" sz="1200" dirty="0" err="1"/>
              <a:t>useState</a:t>
            </a:r>
            <a:r>
              <a:rPr lang="en-IN" sz="1200" dirty="0"/>
              <a:t>, </a:t>
            </a:r>
            <a:r>
              <a:rPr lang="en-IN" sz="1200" dirty="0" err="1"/>
              <a:t>useEffect</a:t>
            </a:r>
            <a:r>
              <a:rPr lang="en-IN" sz="1200" dirty="0"/>
              <a:t>, </a:t>
            </a:r>
            <a:r>
              <a:rPr lang="en-IN" sz="1200" dirty="0" err="1"/>
              <a:t>useCallback</a:t>
            </a:r>
            <a:r>
              <a:rPr lang="en-IN" sz="1200" dirty="0"/>
              <a:t>, </a:t>
            </a:r>
            <a:r>
              <a:rPr lang="en-IN" sz="1200" dirty="0" err="1"/>
              <a:t>useMemo</a:t>
            </a:r>
            <a:r>
              <a:rPr lang="en-IN" sz="1200" dirty="0"/>
              <a:t> } from 'react';</a:t>
            </a:r>
          </a:p>
          <a:p>
            <a:pPr marL="0" indent="0">
              <a:lnSpc>
                <a:spcPct val="90000"/>
              </a:lnSpc>
              <a:buNone/>
            </a:pPr>
            <a:r>
              <a:rPr lang="en-IN" sz="1200" dirty="0"/>
              <a:t>import { </a:t>
            </a:r>
            <a:r>
              <a:rPr lang="en-IN" sz="1200" dirty="0" err="1"/>
              <a:t>AppState</a:t>
            </a:r>
            <a:r>
              <a:rPr lang="en-IN" sz="1200" dirty="0"/>
              <a:t>, </a:t>
            </a:r>
            <a:r>
              <a:rPr lang="en-IN" sz="1200" dirty="0" err="1"/>
              <a:t>UserProfile</a:t>
            </a:r>
            <a:r>
              <a:rPr lang="en-IN" sz="1200" dirty="0"/>
              <a:t>, Medication, Reminder, </a:t>
            </a:r>
            <a:r>
              <a:rPr lang="en-IN" sz="1200" dirty="0" err="1"/>
              <a:t>HealthInsight</a:t>
            </a:r>
            <a:r>
              <a:rPr lang="en-IN" sz="1200" dirty="0"/>
              <a:t> } from './types';</a:t>
            </a:r>
          </a:p>
          <a:p>
            <a:pPr marL="0" indent="0">
              <a:lnSpc>
                <a:spcPct val="90000"/>
              </a:lnSpc>
              <a:buNone/>
            </a:pPr>
            <a:r>
              <a:rPr lang="en-IN" sz="1200" dirty="0"/>
              <a:t>import { </a:t>
            </a:r>
            <a:r>
              <a:rPr lang="en-IN" sz="1200" dirty="0" err="1"/>
              <a:t>loadState</a:t>
            </a:r>
            <a:r>
              <a:rPr lang="en-IN" sz="1200" dirty="0"/>
              <a:t>, </a:t>
            </a:r>
            <a:r>
              <a:rPr lang="en-IN" sz="1200" dirty="0" err="1"/>
              <a:t>saveState</a:t>
            </a:r>
            <a:r>
              <a:rPr lang="en-IN" sz="1200" dirty="0"/>
              <a:t> } from './store';</a:t>
            </a:r>
          </a:p>
          <a:p>
            <a:pPr marL="0" indent="0">
              <a:lnSpc>
                <a:spcPct val="90000"/>
              </a:lnSpc>
              <a:buNone/>
            </a:pPr>
            <a:r>
              <a:rPr lang="en-IN" sz="1200" dirty="0"/>
              <a:t>import { </a:t>
            </a:r>
            <a:r>
              <a:rPr lang="en-IN" sz="1200" dirty="0" err="1"/>
              <a:t>getHealthInsights</a:t>
            </a:r>
            <a:r>
              <a:rPr lang="en-IN" sz="1200" dirty="0"/>
              <a:t> } from './</a:t>
            </a:r>
            <a:r>
              <a:rPr lang="en-IN" sz="1200" dirty="0" err="1"/>
              <a:t>geminiService</a:t>
            </a:r>
            <a:r>
              <a:rPr lang="en-IN" sz="1200" dirty="0"/>
              <a:t>';</a:t>
            </a:r>
          </a:p>
          <a:p>
            <a:pPr marL="0" indent="0">
              <a:lnSpc>
                <a:spcPct val="90000"/>
              </a:lnSpc>
              <a:buNone/>
            </a:pPr>
            <a:r>
              <a:rPr lang="en-IN" sz="1200" dirty="0"/>
              <a:t> </a:t>
            </a:r>
          </a:p>
          <a:p>
            <a:pPr marL="0" indent="0">
              <a:lnSpc>
                <a:spcPct val="90000"/>
              </a:lnSpc>
              <a:buNone/>
            </a:pPr>
            <a:r>
              <a:rPr lang="en-IN" sz="1200" dirty="0"/>
              <a:t>// Pages</a:t>
            </a:r>
          </a:p>
          <a:p>
            <a:pPr marL="0" indent="0">
              <a:lnSpc>
                <a:spcPct val="90000"/>
              </a:lnSpc>
              <a:buNone/>
            </a:pPr>
            <a:r>
              <a:rPr lang="en-IN" sz="1200" dirty="0"/>
              <a:t>import Dashboard from './components/Dashboard';</a:t>
            </a:r>
          </a:p>
          <a:p>
            <a:pPr marL="0" indent="0">
              <a:lnSpc>
                <a:spcPct val="90000"/>
              </a:lnSpc>
              <a:buNone/>
            </a:pPr>
            <a:r>
              <a:rPr lang="en-IN" sz="1200" dirty="0"/>
              <a:t>import </a:t>
            </a:r>
            <a:r>
              <a:rPr lang="en-IN" sz="1200" dirty="0" err="1"/>
              <a:t>MedicationManager</a:t>
            </a:r>
            <a:r>
              <a:rPr lang="en-IN" sz="1200" dirty="0"/>
              <a:t> from './components/</a:t>
            </a:r>
            <a:r>
              <a:rPr lang="en-IN" sz="1200" dirty="0" err="1"/>
              <a:t>MedicationManager</a:t>
            </a:r>
            <a:r>
              <a:rPr lang="en-IN" sz="1200" dirty="0"/>
              <a:t>';</a:t>
            </a:r>
          </a:p>
          <a:p>
            <a:pPr marL="0" indent="0">
              <a:lnSpc>
                <a:spcPct val="90000"/>
              </a:lnSpc>
              <a:buNone/>
            </a:pPr>
            <a:r>
              <a:rPr lang="en-IN" sz="1200" dirty="0"/>
              <a:t>import Schedule from './components/Schedule';</a:t>
            </a:r>
          </a:p>
          <a:p>
            <a:pPr marL="0" indent="0">
              <a:lnSpc>
                <a:spcPct val="90000"/>
              </a:lnSpc>
              <a:buNone/>
            </a:pPr>
            <a:r>
              <a:rPr lang="en-IN" sz="1200" dirty="0"/>
              <a:t>import </a:t>
            </a:r>
            <a:r>
              <a:rPr lang="en-IN" sz="1200" dirty="0" err="1"/>
              <a:t>ProfileSetup</a:t>
            </a:r>
            <a:r>
              <a:rPr lang="en-IN" sz="1200" dirty="0"/>
              <a:t> from './components/</a:t>
            </a:r>
            <a:r>
              <a:rPr lang="en-IN" sz="1200" dirty="0" err="1"/>
              <a:t>ProfileSetup</a:t>
            </a:r>
            <a:r>
              <a:rPr lang="en-IN" sz="1200" dirty="0"/>
              <a:t>';</a:t>
            </a:r>
          </a:p>
          <a:p>
            <a:pPr marL="0" indent="0">
              <a:lnSpc>
                <a:spcPct val="90000"/>
              </a:lnSpc>
              <a:buNone/>
            </a:pPr>
            <a:r>
              <a:rPr lang="en-IN" sz="1200" dirty="0"/>
              <a:t>import Settings from './components/Settings';</a:t>
            </a:r>
          </a:p>
          <a:p>
            <a:pPr marL="0" indent="0">
              <a:lnSpc>
                <a:spcPct val="90000"/>
              </a:lnSpc>
              <a:buNone/>
            </a:pPr>
            <a:r>
              <a:rPr lang="en-IN" sz="1200" dirty="0"/>
              <a:t>import Backup from './components/Backup';</a:t>
            </a:r>
          </a:p>
          <a:p>
            <a:pPr marL="0" indent="0">
              <a:lnSpc>
                <a:spcPct val="90000"/>
              </a:lnSpc>
              <a:buNone/>
            </a:pPr>
            <a:r>
              <a:rPr lang="en-IN" sz="1200" dirty="0"/>
              <a:t> </a:t>
            </a:r>
          </a:p>
          <a:p>
            <a:pPr marL="0" indent="0">
              <a:lnSpc>
                <a:spcPct val="90000"/>
              </a:lnSpc>
              <a:buNone/>
            </a:pPr>
            <a:r>
              <a:rPr lang="en-IN" sz="1200" dirty="0"/>
              <a:t>// Components</a:t>
            </a:r>
          </a:p>
          <a:p>
            <a:pPr marL="0" indent="0">
              <a:lnSpc>
                <a:spcPct val="90000"/>
              </a:lnSpc>
              <a:buNone/>
            </a:pPr>
            <a:r>
              <a:rPr lang="en-IN" sz="1200" dirty="0"/>
              <a:t>import </a:t>
            </a:r>
            <a:r>
              <a:rPr lang="en-IN" sz="1200" dirty="0" err="1"/>
              <a:t>BottomNav</a:t>
            </a:r>
            <a:r>
              <a:rPr lang="en-IN" sz="1200" dirty="0"/>
              <a:t> from './components/</a:t>
            </a:r>
            <a:r>
              <a:rPr lang="en-IN" sz="1200" dirty="0" err="1"/>
              <a:t>BottomNav</a:t>
            </a:r>
            <a:r>
              <a:rPr lang="en-IN" sz="1200" dirty="0"/>
              <a:t>';</a:t>
            </a:r>
          </a:p>
          <a:p>
            <a:pPr marL="0" indent="0">
              <a:lnSpc>
                <a:spcPct val="90000"/>
              </a:lnSpc>
              <a:buNone/>
            </a:pPr>
            <a:r>
              <a:rPr lang="en-IN" sz="1200" dirty="0"/>
              <a:t>import Header from './components/Header';</a:t>
            </a:r>
          </a:p>
          <a:p>
            <a:pPr marL="0" indent="0">
              <a:lnSpc>
                <a:spcPct val="90000"/>
              </a:lnSpc>
              <a:buNone/>
            </a:pPr>
            <a:r>
              <a:rPr lang="en-IN" sz="1200" dirty="0"/>
              <a:t> </a:t>
            </a:r>
          </a:p>
          <a:p>
            <a:pPr marL="0" indent="0">
              <a:lnSpc>
                <a:spcPct val="90000"/>
              </a:lnSpc>
              <a:buNone/>
            </a:pPr>
            <a:r>
              <a:rPr lang="en-IN" sz="1200" dirty="0" err="1"/>
              <a:t>const</a:t>
            </a:r>
            <a:r>
              <a:rPr lang="en-IN" sz="1200" dirty="0"/>
              <a:t> App: </a:t>
            </a:r>
            <a:r>
              <a:rPr lang="en-IN" sz="1200" dirty="0" err="1"/>
              <a:t>React.FC</a:t>
            </a:r>
            <a:r>
              <a:rPr lang="en-IN" sz="1200" dirty="0"/>
              <a:t> = () =&gt; {</a:t>
            </a:r>
          </a:p>
          <a:p>
            <a:pPr marL="0" indent="0">
              <a:lnSpc>
                <a:spcPct val="90000"/>
              </a:lnSpc>
              <a:buNone/>
            </a:pPr>
            <a:r>
              <a:rPr lang="en-IN" sz="1200" dirty="0"/>
              <a:t>  </a:t>
            </a:r>
            <a:r>
              <a:rPr lang="en-IN" sz="1200" dirty="0" err="1"/>
              <a:t>const</a:t>
            </a:r>
            <a:r>
              <a:rPr lang="en-IN" sz="1200" dirty="0"/>
              <a:t> [state, </a:t>
            </a:r>
            <a:r>
              <a:rPr lang="en-IN" sz="1200" dirty="0" err="1"/>
              <a:t>setState</a:t>
            </a:r>
            <a:r>
              <a:rPr lang="en-IN" sz="1200" dirty="0"/>
              <a:t>] = </a:t>
            </a:r>
            <a:r>
              <a:rPr lang="en-IN" sz="1200" dirty="0" err="1"/>
              <a:t>useState</a:t>
            </a:r>
            <a:r>
              <a:rPr lang="en-IN" sz="1200" dirty="0"/>
              <a:t>&lt;</a:t>
            </a:r>
            <a:r>
              <a:rPr lang="en-IN" sz="1200" dirty="0" err="1"/>
              <a:t>AppState</a:t>
            </a:r>
            <a:r>
              <a:rPr lang="en-IN" sz="1200" dirty="0"/>
              <a:t>&gt;(</a:t>
            </a:r>
            <a:r>
              <a:rPr lang="en-IN" sz="1200" dirty="0" err="1"/>
              <a:t>loadState</a:t>
            </a:r>
            <a:r>
              <a:rPr lang="en-IN" sz="1200" dirty="0"/>
              <a:t>());</a:t>
            </a:r>
          </a:p>
          <a:p>
            <a:pPr marL="0" indent="0">
              <a:lnSpc>
                <a:spcPct val="90000"/>
              </a:lnSpc>
              <a:buNone/>
            </a:pPr>
            <a:r>
              <a:rPr lang="en-IN" sz="1200" dirty="0"/>
              <a:t>  </a:t>
            </a:r>
            <a:r>
              <a:rPr lang="en-IN" sz="1200" dirty="0" err="1"/>
              <a:t>const</a:t>
            </a:r>
            <a:r>
              <a:rPr lang="en-IN" sz="1200" dirty="0"/>
              <a:t> [</a:t>
            </a:r>
            <a:r>
              <a:rPr lang="en-IN" sz="1200" dirty="0" err="1"/>
              <a:t>currentPage</a:t>
            </a:r>
            <a:r>
              <a:rPr lang="en-IN" sz="1200" dirty="0"/>
              <a:t>, </a:t>
            </a:r>
            <a:r>
              <a:rPr lang="en-IN" sz="1200" dirty="0" err="1"/>
              <a:t>setCurrentPage</a:t>
            </a:r>
            <a:r>
              <a:rPr lang="en-IN" sz="1200" dirty="0"/>
              <a:t>] = </a:t>
            </a:r>
            <a:r>
              <a:rPr lang="en-IN" sz="1200" dirty="0" err="1"/>
              <a:t>useState</a:t>
            </a:r>
            <a:r>
              <a:rPr lang="en-IN" sz="1200" dirty="0"/>
              <a:t>&lt;string&gt;('dashboard');</a:t>
            </a:r>
          </a:p>
          <a:p>
            <a:pPr marL="0" indent="0">
              <a:lnSpc>
                <a:spcPct val="90000"/>
              </a:lnSpc>
              <a:buNone/>
            </a:pPr>
            <a:r>
              <a:rPr lang="en-IN" sz="1200" dirty="0"/>
              <a:t>  </a:t>
            </a:r>
            <a:r>
              <a:rPr lang="en-IN" sz="1200" dirty="0" err="1"/>
              <a:t>const</a:t>
            </a:r>
            <a:r>
              <a:rPr lang="en-IN" sz="1200" dirty="0"/>
              <a:t> [insights, </a:t>
            </a:r>
            <a:r>
              <a:rPr lang="en-IN" sz="1200" dirty="0" err="1"/>
              <a:t>setInsights</a:t>
            </a:r>
            <a:r>
              <a:rPr lang="en-IN" sz="1200" dirty="0"/>
              <a:t>] = </a:t>
            </a:r>
            <a:r>
              <a:rPr lang="en-IN" sz="1200" dirty="0" err="1"/>
              <a:t>useState</a:t>
            </a:r>
            <a:r>
              <a:rPr lang="en-IN" sz="1200" dirty="0"/>
              <a:t>&lt;</a:t>
            </a:r>
            <a:r>
              <a:rPr lang="en-IN" sz="1200" dirty="0" err="1"/>
              <a:t>HealthInsight</a:t>
            </a:r>
            <a:r>
              <a:rPr lang="en-IN" sz="1200" dirty="0"/>
              <a:t>[]&gt;([]);</a:t>
            </a:r>
          </a:p>
          <a:p>
            <a:pPr marL="0" indent="0">
              <a:lnSpc>
                <a:spcPct val="90000"/>
              </a:lnSpc>
              <a:buNone/>
            </a:pPr>
            <a:r>
              <a:rPr lang="en-IN" sz="1200" dirty="0"/>
              <a:t>  </a:t>
            </a:r>
            <a:r>
              <a:rPr lang="en-IN" sz="1200" dirty="0" err="1"/>
              <a:t>const</a:t>
            </a:r>
            <a:r>
              <a:rPr lang="en-IN" sz="1200" dirty="0"/>
              <a:t> [</a:t>
            </a:r>
            <a:r>
              <a:rPr lang="en-IN" sz="1200" dirty="0" err="1"/>
              <a:t>loadingInsights</a:t>
            </a:r>
            <a:r>
              <a:rPr lang="en-IN" sz="1200" dirty="0"/>
              <a:t>, </a:t>
            </a:r>
            <a:r>
              <a:rPr lang="en-IN" sz="1200" dirty="0" err="1"/>
              <a:t>setLoadingInsights</a:t>
            </a:r>
            <a:r>
              <a:rPr lang="en-IN" sz="1200" dirty="0"/>
              <a:t>] = </a:t>
            </a:r>
            <a:r>
              <a:rPr lang="en-IN" sz="1200" dirty="0" err="1"/>
              <a:t>useState</a:t>
            </a:r>
            <a:r>
              <a:rPr lang="en-IN" sz="1200" dirty="0"/>
              <a:t>(false);</a:t>
            </a:r>
          </a:p>
          <a:p>
            <a:pPr marL="0" indent="0">
              <a:lnSpc>
                <a:spcPct val="90000"/>
              </a:lnSpc>
              <a:buNone/>
            </a:pPr>
            <a:r>
              <a:rPr lang="en-IN" sz="1200" dirty="0"/>
              <a:t> </a:t>
            </a:r>
          </a:p>
          <a:p>
            <a:pPr marL="0" indent="0">
              <a:lnSpc>
                <a:spcPct val="90000"/>
              </a:lnSpc>
              <a:buNone/>
            </a:pPr>
            <a:r>
              <a:rPr lang="en-IN" sz="1200" dirty="0"/>
              <a:t>  // Persistence effect</a:t>
            </a:r>
          </a:p>
          <a:p>
            <a:pPr marL="0" indent="0">
              <a:lnSpc>
                <a:spcPct val="90000"/>
              </a:lnSpc>
              <a:buNone/>
            </a:pPr>
            <a:r>
              <a:rPr lang="en-IN" sz="1200" dirty="0"/>
              <a:t>  </a:t>
            </a:r>
            <a:r>
              <a:rPr lang="en-IN" sz="1200" dirty="0" err="1"/>
              <a:t>useEffect</a:t>
            </a:r>
            <a:r>
              <a:rPr lang="en-IN" sz="1200" dirty="0"/>
              <a:t>(() =&gt; {</a:t>
            </a:r>
          </a:p>
          <a:p>
            <a:pPr marL="0" indent="0">
              <a:lnSpc>
                <a:spcPct val="90000"/>
              </a:lnSpc>
              <a:buNone/>
            </a:pPr>
            <a:r>
              <a:rPr lang="en-IN" sz="1200" dirty="0"/>
              <a:t>    </a:t>
            </a:r>
            <a:r>
              <a:rPr lang="en-IN" sz="1200" dirty="0" err="1"/>
              <a:t>saveState</a:t>
            </a:r>
            <a:r>
              <a:rPr lang="en-IN" sz="1200" dirty="0"/>
              <a:t>(state);</a:t>
            </a:r>
          </a:p>
          <a:p>
            <a:pPr marL="0" indent="0">
              <a:lnSpc>
                <a:spcPct val="90000"/>
              </a:lnSpc>
              <a:buNone/>
            </a:pPr>
            <a:r>
              <a:rPr lang="en-IN" sz="1200" dirty="0"/>
              <a:t>  }, [state]);</a:t>
            </a:r>
          </a:p>
          <a:p>
            <a:pPr marL="0" indent="0">
              <a:lnSpc>
                <a:spcPct val="90000"/>
              </a:lnSpc>
              <a:buNone/>
            </a:pPr>
            <a:endParaRPr lang="en-IN" sz="900" dirty="0"/>
          </a:p>
        </p:txBody>
      </p:sp>
    </p:spTree>
    <p:extLst>
      <p:ext uri="{BB962C8B-B14F-4D97-AF65-F5344CB8AC3E}">
        <p14:creationId xmlns:p14="http://schemas.microsoft.com/office/powerpoint/2010/main" val="772734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sX0" fmla="*/ 0 w 8140446"/>
              <a:gd name="csY0" fmla="*/ 0 h 18288"/>
              <a:gd name="csX1" fmla="*/ 434157 w 8140446"/>
              <a:gd name="csY1" fmla="*/ 0 h 18288"/>
              <a:gd name="csX2" fmla="*/ 1193932 w 8140446"/>
              <a:gd name="csY2" fmla="*/ 0 h 18288"/>
              <a:gd name="csX3" fmla="*/ 1628089 w 8140446"/>
              <a:gd name="csY3" fmla="*/ 0 h 18288"/>
              <a:gd name="csX4" fmla="*/ 2225055 w 8140446"/>
              <a:gd name="csY4" fmla="*/ 0 h 18288"/>
              <a:gd name="csX5" fmla="*/ 3066235 w 8140446"/>
              <a:gd name="csY5" fmla="*/ 0 h 18288"/>
              <a:gd name="csX6" fmla="*/ 3744605 w 8140446"/>
              <a:gd name="csY6" fmla="*/ 0 h 18288"/>
              <a:gd name="csX7" fmla="*/ 4504380 w 8140446"/>
              <a:gd name="csY7" fmla="*/ 0 h 18288"/>
              <a:gd name="csX8" fmla="*/ 5101346 w 8140446"/>
              <a:gd name="csY8" fmla="*/ 0 h 18288"/>
              <a:gd name="csX9" fmla="*/ 5779717 w 8140446"/>
              <a:gd name="csY9" fmla="*/ 0 h 18288"/>
              <a:gd name="csX10" fmla="*/ 6620896 w 8140446"/>
              <a:gd name="csY10" fmla="*/ 0 h 18288"/>
              <a:gd name="csX11" fmla="*/ 7136458 w 8140446"/>
              <a:gd name="csY11" fmla="*/ 0 h 18288"/>
              <a:gd name="csX12" fmla="*/ 8140446 w 8140446"/>
              <a:gd name="csY12" fmla="*/ 0 h 18288"/>
              <a:gd name="csX13" fmla="*/ 8140446 w 8140446"/>
              <a:gd name="csY13" fmla="*/ 18288 h 18288"/>
              <a:gd name="csX14" fmla="*/ 7543480 w 8140446"/>
              <a:gd name="csY14" fmla="*/ 18288 h 18288"/>
              <a:gd name="csX15" fmla="*/ 7109323 w 8140446"/>
              <a:gd name="csY15" fmla="*/ 18288 h 18288"/>
              <a:gd name="csX16" fmla="*/ 6430952 w 8140446"/>
              <a:gd name="csY16" fmla="*/ 18288 h 18288"/>
              <a:gd name="csX17" fmla="*/ 5915391 w 8140446"/>
              <a:gd name="csY17" fmla="*/ 18288 h 18288"/>
              <a:gd name="csX18" fmla="*/ 5237020 w 8140446"/>
              <a:gd name="csY18" fmla="*/ 18288 h 18288"/>
              <a:gd name="csX19" fmla="*/ 4558650 w 8140446"/>
              <a:gd name="csY19" fmla="*/ 18288 h 18288"/>
              <a:gd name="csX20" fmla="*/ 3880279 w 8140446"/>
              <a:gd name="csY20" fmla="*/ 18288 h 18288"/>
              <a:gd name="csX21" fmla="*/ 3201909 w 8140446"/>
              <a:gd name="csY21" fmla="*/ 18288 h 18288"/>
              <a:gd name="csX22" fmla="*/ 2604943 w 8140446"/>
              <a:gd name="csY22" fmla="*/ 18288 h 18288"/>
              <a:gd name="csX23" fmla="*/ 1845168 w 8140446"/>
              <a:gd name="csY23" fmla="*/ 18288 h 18288"/>
              <a:gd name="csX24" fmla="*/ 1166797 w 8140446"/>
              <a:gd name="csY24" fmla="*/ 18288 h 18288"/>
              <a:gd name="csX25" fmla="*/ 0 w 8140446"/>
              <a:gd name="csY25" fmla="*/ 18288 h 18288"/>
              <a:gd name="csX26" fmla="*/ 0 w 8140446"/>
              <a:gd name="csY2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8EF4D50-3EE0-E3EC-5F4D-481F5EFDF187}"/>
              </a:ext>
            </a:extLst>
          </p:cNvPr>
          <p:cNvSpPr>
            <a:spLocks noGrp="1"/>
          </p:cNvSpPr>
          <p:nvPr>
            <p:ph idx="1"/>
          </p:nvPr>
        </p:nvSpPr>
        <p:spPr>
          <a:xfrm>
            <a:off x="304800" y="1929384"/>
            <a:ext cx="4207510" cy="4251960"/>
          </a:xfrm>
        </p:spPr>
        <p:txBody>
          <a:bodyPr>
            <a:normAutofit/>
          </a:bodyPr>
          <a:lstStyle/>
          <a:p>
            <a:pPr marL="0" indent="0">
              <a:lnSpc>
                <a:spcPct val="90000"/>
              </a:lnSpc>
              <a:buNone/>
            </a:pPr>
            <a:r>
              <a:rPr lang="en-IN" sz="1700" dirty="0"/>
              <a:t>&lt;!DOCTYPE html&gt;</a:t>
            </a:r>
          </a:p>
          <a:p>
            <a:pPr marL="0" indent="0">
              <a:lnSpc>
                <a:spcPct val="90000"/>
              </a:lnSpc>
              <a:buNone/>
            </a:pPr>
            <a:r>
              <a:rPr lang="en-IN" sz="1700" dirty="0"/>
              <a:t>&lt;html lang="</a:t>
            </a:r>
            <a:r>
              <a:rPr lang="en-IN" sz="1700" dirty="0" err="1"/>
              <a:t>en</a:t>
            </a:r>
            <a:r>
              <a:rPr lang="en-IN" sz="1700" dirty="0"/>
              <a:t>"&gt;</a:t>
            </a:r>
          </a:p>
          <a:p>
            <a:pPr marL="0" indent="0">
              <a:lnSpc>
                <a:spcPct val="90000"/>
              </a:lnSpc>
              <a:buNone/>
            </a:pPr>
            <a:r>
              <a:rPr lang="en-IN" sz="1700" dirty="0"/>
              <a:t>&lt;head&gt;</a:t>
            </a:r>
          </a:p>
          <a:p>
            <a:pPr marL="0" indent="0">
              <a:lnSpc>
                <a:spcPct val="90000"/>
              </a:lnSpc>
              <a:buNone/>
            </a:pPr>
            <a:r>
              <a:rPr lang="en-IN" sz="1700" dirty="0"/>
              <a:t>    &lt;meta charset="UTF-8"&gt;</a:t>
            </a:r>
          </a:p>
          <a:p>
            <a:pPr marL="0" indent="0">
              <a:lnSpc>
                <a:spcPct val="90000"/>
              </a:lnSpc>
              <a:buNone/>
            </a:pPr>
            <a:r>
              <a:rPr lang="en-IN" sz="1700" dirty="0"/>
              <a:t> &lt;meta name="viewport" content="width=device-width, initial-scale=1.0"&gt;</a:t>
            </a:r>
          </a:p>
          <a:p>
            <a:pPr marL="0" indent="0">
              <a:lnSpc>
                <a:spcPct val="90000"/>
              </a:lnSpc>
              <a:buNone/>
            </a:pPr>
            <a:r>
              <a:rPr lang="en-IN" sz="1700" dirty="0"/>
              <a:t>&lt;title&gt;Hospital Management - Login&lt;/title&gt;</a:t>
            </a:r>
          </a:p>
          <a:p>
            <a:pPr marL="0" indent="0">
              <a:lnSpc>
                <a:spcPct val="90000"/>
              </a:lnSpc>
              <a:buNone/>
            </a:pPr>
            <a:r>
              <a:rPr lang="en-IN" sz="1700" dirty="0"/>
              <a:t>&lt;/head&gt;</a:t>
            </a:r>
          </a:p>
          <a:p>
            <a:pPr marL="0" indent="0">
              <a:lnSpc>
                <a:spcPct val="90000"/>
              </a:lnSpc>
              <a:buNone/>
            </a:pPr>
            <a:r>
              <a:rPr lang="en-IN" sz="1700" dirty="0"/>
              <a:t>&lt;body&gt;</a:t>
            </a:r>
          </a:p>
          <a:p>
            <a:pPr marL="0" indent="0">
              <a:lnSpc>
                <a:spcPct val="90000"/>
              </a:lnSpc>
              <a:buNone/>
            </a:pPr>
            <a:r>
              <a:rPr lang="en-IN" sz="1700" dirty="0"/>
              <a:t>    &lt;div class="login-container"&gt;</a:t>
            </a:r>
          </a:p>
          <a:p>
            <a:pPr marL="0" indent="0">
              <a:lnSpc>
                <a:spcPct val="90000"/>
              </a:lnSpc>
              <a:buNone/>
            </a:pPr>
            <a:r>
              <a:rPr lang="en-IN" sz="1700" dirty="0"/>
              <a:t>        &lt;div class="login-header"&gt;</a:t>
            </a:r>
          </a:p>
          <a:p>
            <a:pPr marL="0" indent="0">
              <a:lnSpc>
                <a:spcPct val="90000"/>
              </a:lnSpc>
              <a:buNone/>
            </a:pPr>
            <a:r>
              <a:rPr lang="en-IN" sz="1700" dirty="0"/>
              <a:t>            &lt;h1&gt;🏥 Hospital Management&lt;/h1&gt;</a:t>
            </a:r>
          </a:p>
          <a:p>
            <a:pPr marL="0" indent="0">
              <a:lnSpc>
                <a:spcPct val="90000"/>
              </a:lnSpc>
              <a:buNone/>
            </a:pPr>
            <a:r>
              <a:rPr lang="en-IN" sz="1700" dirty="0"/>
              <a:t>            &lt;p&gt;Secure Portal&lt;/p&gt;</a:t>
            </a:r>
          </a:p>
          <a:p>
            <a:pPr marL="0" indent="0">
              <a:lnSpc>
                <a:spcPct val="90000"/>
              </a:lnSpc>
              <a:buNone/>
            </a:pPr>
            <a:r>
              <a:rPr lang="en-IN" sz="1700" dirty="0"/>
              <a:t>        &lt;/div&gt;</a:t>
            </a:r>
          </a:p>
        </p:txBody>
      </p:sp>
      <p:sp>
        <p:nvSpPr>
          <p:cNvPr id="5" name="TextBox 4">
            <a:extLst>
              <a:ext uri="{FF2B5EF4-FFF2-40B4-BE49-F238E27FC236}">
                <a16:creationId xmlns:a16="http://schemas.microsoft.com/office/drawing/2014/main" id="{696A3B6B-DF82-E3D9-403A-2B77DAFFDB77}"/>
              </a:ext>
            </a:extLst>
          </p:cNvPr>
          <p:cNvSpPr txBox="1"/>
          <p:nvPr/>
        </p:nvSpPr>
        <p:spPr>
          <a:xfrm>
            <a:off x="4358640" y="1707810"/>
            <a:ext cx="4785360" cy="3637919"/>
          </a:xfrm>
          <a:prstGeom prst="rect">
            <a:avLst/>
          </a:prstGeom>
          <a:noFill/>
        </p:spPr>
        <p:txBody>
          <a:bodyPr wrap="square" rtlCol="0">
            <a:spAutoFit/>
          </a:bodyPr>
          <a:lstStyle/>
          <a:p>
            <a:pPr>
              <a:lnSpc>
                <a:spcPct val="90000"/>
              </a:lnSpc>
            </a:pPr>
            <a:r>
              <a:rPr lang="en-IN" dirty="0"/>
              <a:t>        </a:t>
            </a:r>
            <a:r>
              <a:rPr lang="en-IN" sz="1700" dirty="0"/>
              <a:t>&lt;div class="alert" id="alert"&gt;&lt;/div&gt;</a:t>
            </a:r>
          </a:p>
          <a:p>
            <a:pPr>
              <a:lnSpc>
                <a:spcPct val="90000"/>
              </a:lnSpc>
            </a:pPr>
            <a:r>
              <a:rPr lang="en-IN" sz="1700" dirty="0"/>
              <a:t>        &lt;form id="</a:t>
            </a:r>
            <a:r>
              <a:rPr lang="en-IN" sz="1700" dirty="0" err="1"/>
              <a:t>loginForm</a:t>
            </a:r>
            <a:r>
              <a:rPr lang="en-IN" sz="1700" dirty="0"/>
              <a:t>"&gt;</a:t>
            </a:r>
          </a:p>
          <a:p>
            <a:pPr>
              <a:lnSpc>
                <a:spcPct val="90000"/>
              </a:lnSpc>
            </a:pPr>
            <a:r>
              <a:rPr lang="en-IN" sz="1700" dirty="0"/>
              <a:t>            &lt;div class="form-group"&gt;</a:t>
            </a:r>
          </a:p>
          <a:p>
            <a:pPr>
              <a:lnSpc>
                <a:spcPct val="90000"/>
              </a:lnSpc>
            </a:pPr>
            <a:r>
              <a:rPr lang="en-IN" sz="1700" dirty="0"/>
              <a:t>                &lt;label for="username"&gt;Username&lt;/label&gt;</a:t>
            </a:r>
          </a:p>
          <a:p>
            <a:pPr>
              <a:lnSpc>
                <a:spcPct val="90000"/>
              </a:lnSpc>
            </a:pPr>
            <a:r>
              <a:rPr lang="en-IN" sz="1700" dirty="0"/>
              <a:t>                &lt;input type="text" id="username" name="username" required&gt;</a:t>
            </a:r>
          </a:p>
          <a:p>
            <a:pPr>
              <a:lnSpc>
                <a:spcPct val="90000"/>
              </a:lnSpc>
            </a:pPr>
            <a:r>
              <a:rPr lang="en-IN" sz="1700" dirty="0"/>
              <a:t>            &lt;/div&gt;</a:t>
            </a:r>
          </a:p>
          <a:p>
            <a:pPr>
              <a:lnSpc>
                <a:spcPct val="90000"/>
              </a:lnSpc>
            </a:pPr>
            <a:r>
              <a:rPr lang="en-IN" sz="1700" dirty="0"/>
              <a:t>            &lt;div class="form-group"&gt;</a:t>
            </a:r>
          </a:p>
          <a:p>
            <a:pPr>
              <a:lnSpc>
                <a:spcPct val="90000"/>
              </a:lnSpc>
            </a:pPr>
            <a:r>
              <a:rPr lang="en-IN" sz="1700" dirty="0"/>
              <a:t>                &lt;label for="password"&gt;Password&lt;/label&gt;</a:t>
            </a:r>
          </a:p>
          <a:p>
            <a:pPr>
              <a:lnSpc>
                <a:spcPct val="90000"/>
              </a:lnSpc>
            </a:pPr>
            <a:r>
              <a:rPr lang="en-IN" sz="1700" dirty="0"/>
              <a:t>                &lt;input type="password" id="password" name="password" required&gt;</a:t>
            </a:r>
          </a:p>
          <a:p>
            <a:pPr>
              <a:lnSpc>
                <a:spcPct val="90000"/>
              </a:lnSpc>
            </a:pPr>
            <a:r>
              <a:rPr lang="en-IN" sz="1700" dirty="0"/>
              <a:t>            &lt;/div&gt;</a:t>
            </a:r>
          </a:p>
          <a:p>
            <a:pPr>
              <a:lnSpc>
                <a:spcPct val="90000"/>
              </a:lnSpc>
            </a:pPr>
            <a:r>
              <a:rPr lang="en-IN" sz="1700" dirty="0"/>
              <a:t>            &lt;button type="submit" class="submit-</a:t>
            </a:r>
            <a:r>
              <a:rPr lang="en-IN" sz="1700" dirty="0" err="1"/>
              <a:t>btn</a:t>
            </a:r>
            <a:r>
              <a:rPr lang="en-IN" sz="1700" dirty="0"/>
              <a:t>"&gt;Login&lt;/button&gt;</a:t>
            </a:r>
          </a:p>
          <a:p>
            <a:pPr>
              <a:lnSpc>
                <a:spcPct val="90000"/>
              </a:lnSpc>
            </a:pPr>
            <a:r>
              <a:rPr lang="en-IN" sz="1700" dirty="0"/>
              <a:t>        &lt;/form&gt;</a:t>
            </a:r>
          </a:p>
        </p:txBody>
      </p:sp>
    </p:spTree>
    <p:extLst>
      <p:ext uri="{BB962C8B-B14F-4D97-AF65-F5344CB8AC3E}">
        <p14:creationId xmlns:p14="http://schemas.microsoft.com/office/powerpoint/2010/main" val="1632981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5C3877-F746-EDF0-2327-9BF5C5542E23}"/>
              </a:ext>
            </a:extLst>
          </p:cNvPr>
          <p:cNvSpPr>
            <a:spLocks noGrp="1"/>
          </p:cNvSpPr>
          <p:nvPr>
            <p:ph type="title"/>
          </p:nvPr>
        </p:nvSpPr>
        <p:spPr>
          <a:xfrm>
            <a:off x="476250" y="640823"/>
            <a:ext cx="2563994" cy="5583148"/>
          </a:xfrm>
        </p:spPr>
        <p:txBody>
          <a:bodyPr anchor="ctr">
            <a:normAutofit/>
          </a:bodyPr>
          <a:lstStyle/>
          <a:p>
            <a:r>
              <a:rPr lang="en-IN" sz="4700"/>
              <a:t>Future Scope:</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Rectangle 1">
            <a:extLst>
              <a:ext uri="{FF2B5EF4-FFF2-40B4-BE49-F238E27FC236}">
                <a16:creationId xmlns:a16="http://schemas.microsoft.com/office/drawing/2014/main" id="{0F4AD512-7F67-89A7-C88A-7DA74E8256F3}"/>
              </a:ext>
            </a:extLst>
          </p:cNvPr>
          <p:cNvGraphicFramePr>
            <a:graphicFrameLocks noGrp="1"/>
          </p:cNvGraphicFramePr>
          <p:nvPr>
            <p:ph idx="1"/>
            <p:extLst>
              <p:ext uri="{D42A27DB-BD31-4B8C-83A1-F6EECF244321}">
                <p14:modId xmlns:p14="http://schemas.microsoft.com/office/powerpoint/2010/main" val="49296176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8616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1BB5F3-1AC2-E356-FD3F-91E6EF286066}"/>
              </a:ext>
            </a:extLst>
          </p:cNvPr>
          <p:cNvSpPr>
            <a:spLocks noGrp="1"/>
          </p:cNvSpPr>
          <p:nvPr>
            <p:ph type="title"/>
          </p:nvPr>
        </p:nvSpPr>
        <p:spPr>
          <a:xfrm>
            <a:off x="630936" y="548640"/>
            <a:ext cx="2700645" cy="5431536"/>
          </a:xfrm>
        </p:spPr>
        <p:txBody>
          <a:bodyPr>
            <a:normAutofit/>
          </a:bodyPr>
          <a:lstStyle/>
          <a:p>
            <a:r>
              <a:rPr lang="en-US" sz="3600"/>
              <a:t>CONCLUSION</a:t>
            </a:r>
            <a:endParaRPr lang="en-IN" sz="3600"/>
          </a:p>
        </p:txBody>
      </p:sp>
      <p:sp>
        <p:nvSpPr>
          <p:cNvPr id="25"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sX0" fmla="*/ 0 w 4480560"/>
              <a:gd name="csY0" fmla="*/ 0 h 13716"/>
              <a:gd name="csX1" fmla="*/ 595274 w 4480560"/>
              <a:gd name="csY1" fmla="*/ 0 h 13716"/>
              <a:gd name="csX2" fmla="*/ 1100938 w 4480560"/>
              <a:gd name="csY2" fmla="*/ 0 h 13716"/>
              <a:gd name="csX3" fmla="*/ 1651406 w 4480560"/>
              <a:gd name="csY3" fmla="*/ 0 h 13716"/>
              <a:gd name="csX4" fmla="*/ 2336292 w 4480560"/>
              <a:gd name="csY4" fmla="*/ 0 h 13716"/>
              <a:gd name="csX5" fmla="*/ 2931566 w 4480560"/>
              <a:gd name="csY5" fmla="*/ 0 h 13716"/>
              <a:gd name="csX6" fmla="*/ 3482035 w 4480560"/>
              <a:gd name="csY6" fmla="*/ 0 h 13716"/>
              <a:gd name="csX7" fmla="*/ 4480560 w 4480560"/>
              <a:gd name="csY7" fmla="*/ 0 h 13716"/>
              <a:gd name="csX8" fmla="*/ 4480560 w 4480560"/>
              <a:gd name="csY8" fmla="*/ 13716 h 13716"/>
              <a:gd name="csX9" fmla="*/ 3840480 w 4480560"/>
              <a:gd name="csY9" fmla="*/ 13716 h 13716"/>
              <a:gd name="csX10" fmla="*/ 3290011 w 4480560"/>
              <a:gd name="csY10" fmla="*/ 13716 h 13716"/>
              <a:gd name="csX11" fmla="*/ 2560320 w 4480560"/>
              <a:gd name="csY11" fmla="*/ 13716 h 13716"/>
              <a:gd name="csX12" fmla="*/ 1965046 w 4480560"/>
              <a:gd name="csY12" fmla="*/ 13716 h 13716"/>
              <a:gd name="csX13" fmla="*/ 1459382 w 4480560"/>
              <a:gd name="csY13" fmla="*/ 13716 h 13716"/>
              <a:gd name="csX14" fmla="*/ 774497 w 4480560"/>
              <a:gd name="csY14" fmla="*/ 13716 h 13716"/>
              <a:gd name="csX15" fmla="*/ 0 w 4480560"/>
              <a:gd name="csY15" fmla="*/ 13716 h 13716"/>
              <a:gd name="csX16" fmla="*/ 0 w 4480560"/>
              <a:gd name="csY16"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B3F3447-9502-A3D4-8AC6-35AE834C8B2B}"/>
              </a:ext>
            </a:extLst>
          </p:cNvPr>
          <p:cNvSpPr>
            <a:spLocks noGrp="1"/>
          </p:cNvSpPr>
          <p:nvPr>
            <p:ph idx="1"/>
          </p:nvPr>
        </p:nvSpPr>
        <p:spPr>
          <a:xfrm>
            <a:off x="3844813" y="552091"/>
            <a:ext cx="4979147" cy="5431536"/>
          </a:xfrm>
        </p:spPr>
        <p:txBody>
          <a:bodyPr anchor="ctr">
            <a:normAutofit/>
          </a:bodyPr>
          <a:lstStyle/>
          <a:p>
            <a:r>
              <a:rPr lang="en-US" sz="2000" dirty="0"/>
              <a:t>The Health Alert System with Medicine Reminder helps users manage their medicine schedules effectively.</a:t>
            </a:r>
          </a:p>
          <a:p>
            <a:r>
              <a:rPr lang="en-US" sz="2000" dirty="0"/>
              <a:t>The system allows users to add medicines and set reminder times easily.</a:t>
            </a:r>
          </a:p>
          <a:p>
            <a:r>
              <a:rPr lang="en-US" sz="2000" dirty="0"/>
              <a:t>It uses browser notifications to alert users when it is time to take their medicine.</a:t>
            </a:r>
          </a:p>
          <a:p>
            <a:r>
              <a:rPr lang="en-US" sz="2000" dirty="0"/>
              <a:t>The application is simple, lightweight, and user-friendly.</a:t>
            </a:r>
          </a:p>
          <a:p>
            <a:r>
              <a:rPr lang="en-US" sz="2000" dirty="0"/>
              <a:t>This project demonstrates how web technologies can be used to improve health management.</a:t>
            </a:r>
            <a:endParaRPr lang="en-IN" sz="2000" dirty="0"/>
          </a:p>
        </p:txBody>
      </p:sp>
    </p:spTree>
    <p:extLst>
      <p:ext uri="{BB962C8B-B14F-4D97-AF65-F5344CB8AC3E}">
        <p14:creationId xmlns:p14="http://schemas.microsoft.com/office/powerpoint/2010/main" val="1253077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CFCE4468-05E3-A387-602F-E22464215BF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82600" y="1282065"/>
            <a:ext cx="8178799" cy="4293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9324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257</TotalTime>
  <Words>898</Words>
  <Application>Microsoft Office PowerPoint</Application>
  <PresentationFormat>On-screen Show (4:3)</PresentationFormat>
  <Paragraphs>112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Time Aware Health Recommendation System</vt:lpstr>
      <vt:lpstr>Abstract</vt:lpstr>
      <vt:lpstr>Existing System</vt:lpstr>
      <vt:lpstr>Disadvantages of Existing System</vt:lpstr>
      <vt:lpstr>Proposed System</vt:lpstr>
      <vt:lpstr>Advantages</vt:lpstr>
      <vt:lpstr>Software Requirements</vt:lpstr>
      <vt:lpstr>Novelty of the Project</vt:lpstr>
      <vt:lpstr>System Architecture</vt:lpstr>
      <vt:lpstr>Modules</vt:lpstr>
      <vt:lpstr>UML Diagrams – Use Case</vt:lpstr>
      <vt:lpstr>UML Diagrams – Activity Flow</vt:lpstr>
      <vt:lpstr>Sample code:</vt:lpstr>
      <vt:lpstr>PowerPoint Presentation</vt:lpstr>
      <vt:lpstr>Future Scope:</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Aware Health Recommendation System</dc:title>
  <dc:subject/>
  <dc:creator>Say My Name ?</dc:creator>
  <cp:keywords/>
  <dc:description>generated using python-pptx</dc:description>
  <cp:lastModifiedBy>manoj kumar ainala</cp:lastModifiedBy>
  <cp:revision>7</cp:revision>
  <dcterms:created xsi:type="dcterms:W3CDTF">2013-01-27T09:14:16Z</dcterms:created>
  <dcterms:modified xsi:type="dcterms:W3CDTF">2026-03-28T07:05:46Z</dcterms:modified>
  <cp:category/>
</cp:coreProperties>
</file>